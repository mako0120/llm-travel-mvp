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評価額(億ドル)</c:v>
                </c:pt>
              </c:strCache>
            </c:strRef>
          </c:tx>
          <c:spPr>
            <a:solidFill>
              <a:srgbClr val="24523F"/>
            </a:solidFill>
          </c:spPr>
          <c:cat>
            <c:strRef>
              <c:f>Sheet1!$A$2:$A$3</c:f>
              <c:strCache>
                <c:ptCount val="2"/>
                <c:pt idx="0">
                  <c:v>2026年5月(シリーズB)</c:v>
                </c:pt>
                <c:pt idx="1">
                  <c:v>2026年8月(報じられた買収額)</c:v>
                </c:pt>
              </c:strCache>
            </c:strRef>
          </c:cat>
          <c:val>
            <c:numRef>
              <c:f>Sheet1!$B$2:$B$3</c:f>
              <c:numCache>
                <c:formatCode>General</c:formatCode>
                <c:ptCount val="2"/>
                <c:pt idx="0">
                  <c:v>13</c:v>
                </c:pt>
                <c:pt idx="1">
                  <c:v>70</c:v>
                </c:pt>
              </c:numCache>
            </c:numRef>
          </c:val>
        </c:ser>
        <c:dLbls>
          <c:numFmt formatCode="0" sourceLinked="0"/>
          <c:txPr>
            <a:bodyPr/>
            <a:lstStyle/>
            <a:p>
              <a:pPr>
                <a:defRPr sz="1200" b="1">
                  <a:solidFill>
                    <a:srgbClr val="24523F"/>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済大手StripeがAIモデルゲートウェイ企業OpenRouterを、70億ドル超で買収することに合意したと報じられました。Bloombergが2026年8月16日に報じた内容です。今日はこの数字を、出典付きで正直に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OpenRouterは複数のAIモデルをコスト・用途に応じて切り替えられるゲートウェイ企業で、これをStripeが70億ドル超で買収することに合意したと報じられました。ただし現時点で確認できているのは「合意した」という報道段階の情報であり、正式な完了は確認できていません。この点を今日は繰り返し確認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は、70億ドル超という買収額がどこから来ているのか、なぜ「合意」段階の情報として扱う必要があるのか、そしてOpenRouterの評価額がわずか数か月で急伸した経緯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Bloombergの報道は着手日の前日で、鮮度の高い話題です。TechCrunch・Fortuneなど複数の主要メディアが同じ数字を配信・引用しており、裏付けも厚いと言えます。決済大手によるAIインフラ企業の大型買収という、分かりやすいインパクトのある話題である点も注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2026年5月、OpenRouterはシリーズBで1億1,300万ドルを調達し、評価額は13億ドルでした。その3か月後の8月16日、Stripeが70億ドル超で買収することに合意したとBloombergが報じました。わずか数か月での評価額の伸びが、今日のポイント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テーマを扱う理由、「合意」と「完了」の違い、AIゲートウェイの基礎知識、評価額の急伸とOpenRouterの規模、Stripeの狙いと私たちへの意味、そして確認できていないことと今後の見通しまで、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今回は媒体ごとに見出しの表現が微妙に異なります。Bloombergは「合意に近づいている」というニュアンス、TechCrunchとSeeking Alphaは「伝聞である」ことを明確に見出しに含めています。一部媒体には断定的な見出しもありますが、本動画ではこの伝聞表現を重視して扱います。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特に注意したいポイントです。報じられているのはあくまで「Stripeが買収に合意した」という段階の情報で、公式プレスリリースや正式なクロージング日は本調査の範囲では確認できていません。本動画では一貫して「合意したと報じられた」という表現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AIゲートウェイという用語を確認します。OpenAIやAnthropicなど複数のAIモデル提供元のAPIを、コストや用途に応じて切り替えられるようにする仲介サービスのことです。個別に契約・実装する手間を省き、1つの窓口で比較・利用できる点が特徴とされ、OpenRouterはこの分野の代表的なサービス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Stripeについても確認します。Stripeはオンライン決済処理を中心とする決済インフラ企業で、近年は決済データを起点に企業の資金・支出動向を可視化する事業へも領域を広げているとされます。本買収には、AI関連の企業支出という新しい支出カテゴリーを取り込む狙いがあ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5月と8月を比較します。5月のシリーズBでは1億1,300万ドルを調達し評価額は13億ドルでした。それがわずか3か月後の8月には、報じられた買収額が70億ドル超と、約5倍以上に伸びています。この急伸ぶりが今回のニュースの大きな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比較対象の数字を1つずつ確認します。まずシリーズBでの調達額です。2026年5月、OpenRouterはシリーズBで1億1,300万ドルを調達しました。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続いて、その時点での評価額です。2026年5月のシリーズBで、OpenRouterには13億ドルの評価額が付きました。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そして今回、Stripeが買収に合意したと報じられた金額です。わずか3か月で13億ドルから70億ドル超へと、評価額が大きく伸びていることが分かります。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評価額の推移をグラフにしました。5月のシリーズB時点で13億ドルだった評価額が、8月に報じられた買収額では70億ドル超と、約5倍以上に伸びていることが視覚的にも分かります。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Routerの規模を数字で見ます。800万人の開発者が利用し、400以上のAIモデルを取り扱うマーケットプレイスとされています。そして評価額は、シリーズB時点から報じられた買収額まで、5倍以上に伸び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2026年5月のシリーズBに参加した主な投資家です。Sequoia、Andreessen Horowitz、Menlo Ventures、そしてAlphabet傘下のCapital Gが名を連ねています。著名な投資家が揃っていたことも、今回の急速な評価額の伸びの背景として押さえておきたい点です。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eの狙いを図にしました。OpenRouterのマーケットプレイスをStripeの決済インフラに統合し、企業のAI利用にかかる支出動向をより深く把握できるようにする狙いがあると報じられています。決済と、AI利用のコスト管理を結びつけようとしている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Stripeの狙いを整理します。AI関連の企業支出という新しいカテゴリーを決済データとして取り込みたい狙いがあり、OpenRouterのマーケットプレイスを自社の決済インフラに統合する方向性が報じられています。これにより、企業のAI利用にかかる支出動向をより深く把握できるようにな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開発者にとって何を意味するかを整理します。OpenRouterがStripe傘下に入れば決済・請求まわりの連携が深まる可能性がありますが、これは推測です。サービスの継続性や料金体系が変わるかどうかは、本調査の範囲では確認できておらず、正式な統合発表を待って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のAI導入担当者にとっての意味も整理します。AIモデル利用のコストを決済データと連携して可視化できる可能性が報じられており、複数モデルを比較・切り替える発想自体は今後も選定材料になり得ます。ただし買収がまだ正式に完了していない段階のため、意思決定は続報を確認しながら慎重に行うことが望ま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狙いのメリットと注意点を整理します。決済データとAI支出の可視化が一体化すれば企業のAI予算管理がしやすくなる可能性がある一方、買収はまだ「合意」段階であり実現するとは限らず、統合の具体的な時期・方法も未確認である点には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報を追う際に確認したい点を整理しました。公式発表の有無、正式なクロージング日と規制当局の承認状況、OpenRouterブランドが存続するかどうか、そして料金体系・サービス内容に変更がないかです。今の段階では未確定な点が多いことを踏まえ、続報を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見出しだけを見ると生まれがちな誤解を先に整理します。「70億ドル超で買収へ」は買収が完了したことを意味しません。一部媒体の見出しは断定的ですが、TechCrunchやSeeking Alphaは明確に伝聞表現を使っています。そして本テーマは、Stripe・OpenRouterの利用を推奨するものではなく、報じられた事実を中立的に紹介するものです。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あくまで「合意したと報じられた」という報道段階の情報であり、公式プレスリリースは本調査の範囲では確認できていません。クロージング日・規制当局の承認状況・ブランドの存続方針は、いずれも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報じられた買収に関する事実紹介であり、Stripe・OpenRouterへの評価や優劣の論評は行いません。両社の利用を過度に推奨する意図もなく、報じられた数字を中立的に紹介しています。数字や固有名詞の創作は行わず、確認できなかったことは不明と明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買収の正式なクロージング日、規制当局の承認状況、買収後のOpenRouterブランドの存続方針は、いずれも本調査の範囲では確認できておらず、推測で埋めずに不明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通しについて触れますが、あくまで推測であり断定ではありません。正式な統合が進めば決済データとAI支出管理を組み合わせた新サービスが登場する可能性がありますが、大手決済企業による買収のため一定の規制上の手続きを経る可能性も考えられます。買収完了の時期や規制の可否については判断材料がなく不明と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決済大手StripeがAIゲートウェイ企業OpenRouterを70億ドル超で買収することに合意したと報じられたニュースについてお伝えしました。確認できた事実と、確認できなかったことの両方を、出典付きで正直に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70億ドル超。</a:t>
            </a:r>
          </a:p>
          <a:p>
            <a:pPr algn="l">
              <a:lnSpc>
                <a:spcPct val="115000"/>
              </a:lnSpc>
            </a:pPr>
            <a:r>
              <a:rPr sz="4200" b="1">
                <a:solidFill>
                  <a:srgbClr val="FFFFFF"/>
                </a:solidFill>
                <a:latin typeface="Yu Gothic"/>
              </a:rPr>
              <a:t>Stripeが、</a:t>
            </a:r>
          </a:p>
          <a:p>
            <a:pPr algn="l">
              <a:lnSpc>
                <a:spcPct val="115000"/>
              </a:lnSpc>
            </a:pPr>
            <a:r>
              <a:rPr sz="4200" b="1">
                <a:solidFill>
                  <a:srgbClr val="FFFFFF"/>
                </a:solidFill>
                <a:latin typeface="Yu Gothic"/>
              </a:rPr>
              <a:t>AIゲートウェイの新星を買収へ。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決済大手StripeがOpenRouterの買収に合意したと報じられた(2026-08-16)――「合意」と「完了」を混同せず出典付きで整理する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Bloomberg「Stripe Nears Deal to Buy AI Firm OpenRouter for Over $7 Billion」(2026-08-16)・TechCrunch「Stripe will reportedly acquire AI gateway startup OpenRouter for $7B+」(2026-08-16)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決済大手StripeがAIゲートウェイのOpenRouterを買収することに合意したと報じられた。ただし現時点では「合意」段階の報道であり、完了は確認できていない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Bloomberg(2026-08-16)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今日お伝えする内容です。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70億ドル超という買収額の出典と、なぜ「合意」段階の情報なのか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OpenRouterの評価額がわずか数か月で約5倍以上に急伸した経緯</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この買収が意味すること・まだ確認できていないこと</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Bloombergの報道(2026-08-16)から着手日まで1日以内という新しい話題である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複数の主要メディアが同じ数字(70億ドル超・約5倍以上)を配信・引用しており裏付けが厚い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決済大手によるAIインフラ企業の大型買収という、分かりやすいインパクトのある話題である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Bloomberg(2026-08-16)ほか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時系列で見る、評価額の急伸</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2026年5月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OpenRouterがシリーズBで1億1,300万ドルを調達。評価額は13億ドルに</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2026年8月16日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StripeがOpenRouterを70億ドル超で買収することに合意したとBloombergが報道</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2026年8月17日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TechCrunch・Fortune等が同内容を追随報道。本動画を制作</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「合意」と「完了」の違い(確度の扱い)</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AIゲートウェイ・OpenRouterとは何か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数字で見る評価額の急伸とOpenRouterの規模</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Stripeの狙い・この買収が意味すること</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確認できていないこと・今後の見通し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情報源ごとの報道表現</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4523F"/>
                    </a:solidFill>
                  </a:tcPr>
                </a:tc>
                <a:tc>
                  <a:txBody>
                    <a:bodyPr/>
                    <a:lstStyle/>
                    <a:p>
                      <a:pPr>
                        <a:defRPr sz="1300" b="1">
                          <a:solidFill>
                            <a:srgbClr val="FFFFFF"/>
                          </a:solidFill>
                          <a:latin typeface="Yu Gothic"/>
                        </a:defRPr>
                      </a:pPr>
                      <a:r>
                        <a:t>見出しの表現</a:t>
                      </a:r>
                    </a:p>
                  </a:txBody>
                  <a:tcPr>
                    <a:solidFill>
                      <a:srgbClr val="24523F"/>
                    </a:solidFill>
                  </a:tcPr>
                </a:tc>
              </a:tr>
              <a:tr h="502920">
                <a:tc>
                  <a:txBody>
                    <a:bodyPr/>
                    <a:lstStyle/>
                    <a:p>
                      <a:pPr>
                        <a:defRPr sz="1200">
                          <a:solidFill>
                            <a:srgbClr val="20261F"/>
                          </a:solidFill>
                          <a:latin typeface="Yu Gothic"/>
                        </a:defRPr>
                      </a:pPr>
                      <a:r>
                        <a:t>Bloomberg(2026-08-16)</a:t>
                      </a:r>
                    </a:p>
                  </a:txBody>
                  <a:tcPr>
                    <a:solidFill>
                      <a:srgbClr val="FFFFFF"/>
                    </a:solidFill>
                  </a:tcPr>
                </a:tc>
                <a:tc>
                  <a:txBody>
                    <a:bodyPr/>
                    <a:lstStyle/>
                    <a:p>
                      <a:pPr>
                        <a:defRPr sz="1200">
                          <a:solidFill>
                            <a:srgbClr val="20261F"/>
                          </a:solidFill>
                          <a:latin typeface="Yu Gothic"/>
                        </a:defRPr>
                      </a:pPr>
                      <a:r>
                        <a:t>「Nears Deal」――合意に近づいていると報道</a:t>
                      </a:r>
                    </a:p>
                  </a:txBody>
                  <a:tcPr>
                    <a:solidFill>
                      <a:srgbClr val="FFFFFF"/>
                    </a:solidFill>
                  </a:tcPr>
                </a:tc>
              </a:tr>
              <a:tr h="502920">
                <a:tc>
                  <a:txBody>
                    <a:bodyPr/>
                    <a:lstStyle/>
                    <a:p>
                      <a:pPr>
                        <a:defRPr sz="1200">
                          <a:solidFill>
                            <a:srgbClr val="20261F"/>
                          </a:solidFill>
                          <a:latin typeface="Yu Gothic"/>
                        </a:defRPr>
                      </a:pPr>
                      <a:r>
                        <a:t>TechCrunch(2026-08-16)</a:t>
                      </a:r>
                    </a:p>
                  </a:txBody>
                  <a:tcPr>
                    <a:solidFill>
                      <a:srgbClr val="F4F1E6"/>
                    </a:solidFill>
                  </a:tcPr>
                </a:tc>
                <a:tc>
                  <a:txBody>
                    <a:bodyPr/>
                    <a:lstStyle/>
                    <a:p>
                      <a:pPr>
                        <a:defRPr sz="1200">
                          <a:solidFill>
                            <a:srgbClr val="20261F"/>
                          </a:solidFill>
                          <a:latin typeface="Yu Gothic"/>
                        </a:defRPr>
                      </a:pPr>
                      <a:r>
                        <a:t>「will reportedly acquire」――伝聞表現を明示</a:t>
                      </a:r>
                    </a:p>
                  </a:txBody>
                  <a:tcPr>
                    <a:solidFill>
                      <a:srgbClr val="F4F1E6"/>
                    </a:solidFill>
                  </a:tcPr>
                </a:tc>
              </a:tr>
              <a:tr h="502920">
                <a:tc>
                  <a:txBody>
                    <a:bodyPr/>
                    <a:lstStyle/>
                    <a:p>
                      <a:pPr>
                        <a:defRPr sz="1200">
                          <a:solidFill>
                            <a:srgbClr val="20261F"/>
                          </a:solidFill>
                          <a:latin typeface="Yu Gothic"/>
                        </a:defRPr>
                      </a:pPr>
                      <a:r>
                        <a:t>Seeking Alpha</a:t>
                      </a:r>
                    </a:p>
                  </a:txBody>
                  <a:tcPr>
                    <a:solidFill>
                      <a:srgbClr val="FFFFFF"/>
                    </a:solidFill>
                  </a:tcPr>
                </a:tc>
                <a:tc>
                  <a:txBody>
                    <a:bodyPr/>
                    <a:lstStyle/>
                    <a:p>
                      <a:pPr>
                        <a:defRPr sz="1200">
                          <a:solidFill>
                            <a:srgbClr val="20261F"/>
                          </a:solidFill>
                          <a:latin typeface="Yu Gothic"/>
                        </a:defRPr>
                      </a:pPr>
                      <a:r>
                        <a:t>「is said to agree」――伝聞表現を明示</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「合意」と「完了」を混同しない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報じられている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Stripeが買収に合意したとBloomberg等が報道(2026-08-16)</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確認できていない</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公式プレスリリース・正式クロージング日は本調査の範囲では未確認</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本動画の扱い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「合意したと報じられた」段階の情報として一貫して紹介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一部見出しは断定的だが、TechCrunch・Seeking Alphaは明確に伝聞表現を使っている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TechCrunch(2026-08-16)・Seeking Alpha</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前提知識: AIゲートウェイ(マーケットプレイス)とは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本題に入る前に、用語を確認します。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複数のAIモデル提供元のAPIを、コスト・用途に応じて切り替えられる仲介サービス</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個別のAPIを1つずつ契約・実装する手間を省き、1つの窓口で比較・利用できる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OpenRouterはこの分野の代表的なサービスの一つとされる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前提知識: Stripeとは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もう一つ、企業の基礎知識を確認します。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オンライン決済処理を中心とする決済インフラ企業</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近年は決済データを起点に、企業の資金・支出動向の可視化など事業領域を拡張しているとされる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本買収は、AI関連の企業支出という新しい支出カテゴリーを取り込む狙いがあると報じられている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2026年5月と8月を比較する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2026年5月(シリーズB)</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調達額1億1,300万ドル</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評価額13億ドル</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Sequoia・a16z・Menlo Ventures・Capital G等が参加</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2026年8月(報じられた買収)</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買収額70億ドル超(報道ベース)</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評価額13億ドルの約5倍以上</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Stripeが買収主体と報じられた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シリーズBでの調達額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1億1,300万ドル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2026年5月、OpenRouterがシリーズBで調達した金額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シリーズB時点の評価額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13億ドル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2026年5月のシリーズBで付いた評価額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報じられた買収額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2026年8月16日、Stripeが合意したと報じられた金額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Bloomberg(2026-08-16)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評価額の推移を比較する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TechCrunch(2026-08-16)・Bloomberg(2026-08-16)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OpenRouterの規模を数字で見る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800万</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利用開発者数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OpenRouterを利用する開発者の数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400+</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取り扱いモデル数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切り替えて使えるAIモデルの数</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5倍以上</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評価額の伸び</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シリーズB(13億ドル)から報じられた買収額(70億ドル超)への伸び</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Bloomberg(2026-08-16)・TechCrunch(2026-08-16)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シリーズBの主な投資家</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24523F"/>
                    </a:solidFill>
                  </a:tcPr>
                </a:tc>
                <a:tc>
                  <a:txBody>
                    <a:bodyPr/>
                    <a:lstStyle/>
                    <a:p>
                      <a:pPr>
                        <a:defRPr sz="1300" b="1">
                          <a:solidFill>
                            <a:srgbClr val="FFFFFF"/>
                          </a:solidFill>
                          <a:latin typeface="Yu Gothic"/>
                        </a:defRPr>
                      </a:pPr>
                      <a:r>
                        <a:t>備考</a:t>
                      </a:r>
                    </a:p>
                  </a:txBody>
                  <a:tcPr>
                    <a:solidFill>
                      <a:srgbClr val="24523F"/>
                    </a:solidFill>
                  </a:tcPr>
                </a:tc>
              </a:tr>
              <a:tr h="502920">
                <a:tc>
                  <a:txBody>
                    <a:bodyPr/>
                    <a:lstStyle/>
                    <a:p>
                      <a:pPr>
                        <a:defRPr sz="1200">
                          <a:solidFill>
                            <a:srgbClr val="20261F"/>
                          </a:solidFill>
                          <a:latin typeface="Yu Gothic"/>
                        </a:defRPr>
                      </a:pPr>
                      <a:r>
                        <a:t>Sequoia</a:t>
                      </a:r>
                    </a:p>
                  </a:txBody>
                  <a:tcPr>
                    <a:solidFill>
                      <a:srgbClr val="FFFFFF"/>
                    </a:solidFill>
                  </a:tcPr>
                </a:tc>
                <a:tc>
                  <a:txBody>
                    <a:bodyPr/>
                    <a:lstStyle/>
                    <a:p>
                      <a:pPr>
                        <a:defRPr sz="1200">
                          <a:solidFill>
                            <a:srgbClr val="20261F"/>
                          </a:solidFill>
                          <a:latin typeface="Yu Gothic"/>
                        </a:defRPr>
                      </a:pPr>
                      <a:r>
                        <a:t>著名ベンチャーキャピタル</a:t>
                      </a:r>
                    </a:p>
                  </a:txBody>
                  <a:tcPr>
                    <a:solidFill>
                      <a:srgbClr val="FFFFFF"/>
                    </a:solidFill>
                  </a:tcPr>
                </a:tc>
              </a:tr>
              <a:tr h="502920">
                <a:tc>
                  <a:txBody>
                    <a:bodyPr/>
                    <a:lstStyle/>
                    <a:p>
                      <a:pPr>
                        <a:defRPr sz="1200">
                          <a:solidFill>
                            <a:srgbClr val="20261F"/>
                          </a:solidFill>
                          <a:latin typeface="Yu Gothic"/>
                        </a:defRPr>
                      </a:pPr>
                      <a:r>
                        <a:t>Andreessen Horowitz(a16z)</a:t>
                      </a:r>
                    </a:p>
                  </a:txBody>
                  <a:tcPr>
                    <a:solidFill>
                      <a:srgbClr val="F4F1E6"/>
                    </a:solidFill>
                  </a:tcPr>
                </a:tc>
                <a:tc>
                  <a:txBody>
                    <a:bodyPr/>
                    <a:lstStyle/>
                    <a:p>
                      <a:pPr>
                        <a:defRPr sz="1200">
                          <a:solidFill>
                            <a:srgbClr val="20261F"/>
                          </a:solidFill>
                          <a:latin typeface="Yu Gothic"/>
                        </a:defRPr>
                      </a:pPr>
                      <a:r>
                        <a:t>著名ベンチャーキャピタル</a:t>
                      </a:r>
                    </a:p>
                  </a:txBody>
                  <a:tcPr>
                    <a:solidFill>
                      <a:srgbClr val="F4F1E6"/>
                    </a:solidFill>
                  </a:tcPr>
                </a:tc>
              </a:tr>
              <a:tr h="502920">
                <a:tc>
                  <a:txBody>
                    <a:bodyPr/>
                    <a:lstStyle/>
                    <a:p>
                      <a:pPr>
                        <a:defRPr sz="1200">
                          <a:solidFill>
                            <a:srgbClr val="20261F"/>
                          </a:solidFill>
                          <a:latin typeface="Yu Gothic"/>
                        </a:defRPr>
                      </a:pPr>
                      <a:r>
                        <a:t>Menlo Ventures</a:t>
                      </a:r>
                    </a:p>
                  </a:txBody>
                  <a:tcPr>
                    <a:solidFill>
                      <a:srgbClr val="FFFFFF"/>
                    </a:solidFill>
                  </a:tcPr>
                </a:tc>
                <a:tc>
                  <a:txBody>
                    <a:bodyPr/>
                    <a:lstStyle/>
                    <a:p>
                      <a:pPr>
                        <a:defRPr sz="1200">
                          <a:solidFill>
                            <a:srgbClr val="20261F"/>
                          </a:solidFill>
                          <a:latin typeface="Yu Gothic"/>
                        </a:defRPr>
                      </a:pPr>
                      <a:r>
                        <a:t>ベンチャーキャピタル</a:t>
                      </a:r>
                    </a:p>
                  </a:txBody>
                  <a:tcPr>
                    <a:solidFill>
                      <a:srgbClr val="FFFFFF"/>
                    </a:solidFill>
                  </a:tcPr>
                </a:tc>
              </a:tr>
              <a:tr h="502920">
                <a:tc>
                  <a:txBody>
                    <a:bodyPr/>
                    <a:lstStyle/>
                    <a:p>
                      <a:pPr>
                        <a:defRPr sz="1200">
                          <a:solidFill>
                            <a:srgbClr val="20261F"/>
                          </a:solidFill>
                          <a:latin typeface="Yu Gothic"/>
                        </a:defRPr>
                      </a:pPr>
                      <a:r>
                        <a:t>Capital G</a:t>
                      </a:r>
                    </a:p>
                  </a:txBody>
                  <a:tcPr>
                    <a:solidFill>
                      <a:srgbClr val="F4F1E6"/>
                    </a:solidFill>
                  </a:tcPr>
                </a:tc>
                <a:tc>
                  <a:txBody>
                    <a:bodyPr/>
                    <a:lstStyle/>
                    <a:p>
                      <a:pPr>
                        <a:defRPr sz="1200">
                          <a:solidFill>
                            <a:srgbClr val="20261F"/>
                          </a:solidFill>
                          <a:latin typeface="Yu Gothic"/>
                        </a:defRPr>
                      </a:pPr>
                      <a:r>
                        <a:t>Alphabet傘下の投資部門</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Stripeの狙いを図で見る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OpenRouterのマーケットプレイス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400以上のAIモデルを取り扱う</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Stripeの決済インフラに統合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報じられている統合の方向性</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企業のAI支出動向を可視化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AI利用にかかる企業支出をより深く把握</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Stripeは、OpenRouterのマーケットプレイスを自社の決済インフラに統合する狙いがあると報じられている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Bloomberg(2026-08-16)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なぜStripeはOpenRouterを求めたのか(報道ベース)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報じられている狙いを整理します。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AI関連の企業支出という新しい支出カテゴリーを、決済データとして取り込みたい狙いがあるとされる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OpenRouterのマーケットプレイスを自社の決済インフラに統合する方向性が報じられている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企業のAI利用にかかる支出動向をより深く把握できるようになるとされる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Bloomberg(2026-08-16)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これで何が変わるか: 開発者にとって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このニュースが開発者にとって意味することを整理します。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OpenRouterがStripe傘下に入った場合、決済・請求まわりの連携が深まる可能性がある(推測)</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サービスの継続性・料金体系が変わるかどうかは、本調査の範囲では確認できていない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実際の変化は、正式な統合発表を待って確認する必要がある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これで何が変わるか: 企業のAI導入担当者にとって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企業の立場から見た意味も整理します。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AIモデル利用のコストを決済データと連携して可視化できる可能性がある(報じられている狙い)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複数のAIモデルを比較・切り替えて使うという発想自体は、今後も選定材料になりうる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買収が正式に完了していない段階での意思決定は、続報を確認しながら慎重に行うことが望ましい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報じられている狙いのメリットと注意点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メリット(報じられている狙い)</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決済データとAI支出の可視化が一体化する可能性</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企業のAI予算管理がしやすくなる可能性</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注意点</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買収はまだ「合意」段階であり実現するとは限らない</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統合の具体的な時期・方法は未確認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続報を追う際に確認すべきこと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Stripe・OpenRouter双方の公式発表(プレスリリース)の有無を確認する</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買収の正式クロージング日・規制当局の承認状況を確認する</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OpenRouterブランド・サービスが存続するかどうかを確認する</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料金体系・サービス内容に変更がないか、利用者として続報を確認する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誤解しやすいポイント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見出しだけを見ると生まれがちな誤解があります。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「70億ドル超で買収へ」は「買収が完了した」ことを意味しない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一部媒体の見出しは断定的だが、TechCrunch・Seeking Alphaは明確に伝聞表現を使っている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本テーマはStripe・OpenRouterの利用を推奨するものではなく、報じられた事実の中立的な紹介である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買収がすでに完了した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OpenRouterがStripeの一部になった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金額・条件がすべて確定した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確認できているのは「合意したと報じられた」という報道段階の情報のみ</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公式プレスリリースは本調査の範囲では未確認</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クロージング日・規制承認・ブランド存続方針は不明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本テーマの扱い方について(中立性の確認)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本テーマは報じられた買収に関する事実紹介であり、Stripe・OpenRouterへの評価・優劣の論評は行わない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Stripe・OpenRouterの利用を過度に推奨する意図はなく、報じられた数字を中立的に紹介する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数字・固有名詞の創作は行わず、確認できなかったことは不明と明記している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確認できていないこと(一覧)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買収の正式なクロージング(完了)日</a:t>
                      </a:r>
                    </a:p>
                  </a:txBody>
                  <a:tcPr>
                    <a:solidFill>
                      <a:srgbClr val="FFFFFF"/>
                    </a:solidFill>
                  </a:tcPr>
                </a:tc>
                <a:tc>
                  <a:txBody>
                    <a:bodyPr/>
                    <a:lstStyle/>
                    <a:p>
                      <a:pPr>
                        <a:defRPr sz="1200">
                          <a:solidFill>
                            <a:srgbClr val="20261F"/>
                          </a:solidFill>
                          <a:latin typeface="Yu Gothic"/>
                        </a:defRPr>
                      </a:pPr>
                      <a:r>
                        <a:t>不明(合意段階の報道のみ確認)</a:t>
                      </a:r>
                    </a:p>
                  </a:txBody>
                  <a:tcPr>
                    <a:solidFill>
                      <a:srgbClr val="FFFFFF"/>
                    </a:solidFill>
                  </a:tcPr>
                </a:tc>
              </a:tr>
              <a:tr h="502920">
                <a:tc>
                  <a:txBody>
                    <a:bodyPr/>
                    <a:lstStyle/>
                    <a:p>
                      <a:pPr>
                        <a:defRPr sz="1200">
                          <a:solidFill>
                            <a:srgbClr val="20261F"/>
                          </a:solidFill>
                          <a:latin typeface="Yu Gothic"/>
                        </a:defRPr>
                      </a:pPr>
                      <a:r>
                        <a:t>規制当局の承認状況</a:t>
                      </a:r>
                    </a:p>
                  </a:txBody>
                  <a:tcPr>
                    <a:solidFill>
                      <a:srgbClr val="F4F1E6"/>
                    </a:solidFill>
                  </a:tcPr>
                </a:tc>
                <a:tc>
                  <a:txBody>
                    <a:bodyPr/>
                    <a:lstStyle/>
                    <a:p>
                      <a:pPr>
                        <a:defRPr sz="1200">
                          <a:solidFill>
                            <a:srgbClr val="20261F"/>
                          </a:solidFill>
                          <a:latin typeface="Yu Gothic"/>
                        </a:defRPr>
                      </a:pPr>
                      <a:r>
                        <a:t>不明(本調査の範囲では確認できず)</a:t>
                      </a:r>
                    </a:p>
                  </a:txBody>
                  <a:tcPr>
                    <a:solidFill>
                      <a:srgbClr val="F4F1E6"/>
                    </a:solidFill>
                  </a:tcPr>
                </a:tc>
              </a:tr>
              <a:tr h="502920">
                <a:tc>
                  <a:txBody>
                    <a:bodyPr/>
                    <a:lstStyle/>
                    <a:p>
                      <a:pPr>
                        <a:defRPr sz="1200">
                          <a:solidFill>
                            <a:srgbClr val="20261F"/>
                          </a:solidFill>
                          <a:latin typeface="Yu Gothic"/>
                        </a:defRPr>
                      </a:pPr>
                      <a:r>
                        <a:t>買収後のOpenRouterブランドの存続方針</a:t>
                      </a:r>
                    </a:p>
                  </a:txBody>
                  <a:tcPr>
                    <a:solidFill>
                      <a:srgbClr val="FFFFFF"/>
                    </a:solidFill>
                  </a:tcPr>
                </a:tc>
                <a:tc>
                  <a:txBody>
                    <a:bodyPr/>
                    <a:lstStyle/>
                    <a:p>
                      <a:pPr>
                        <a:defRPr sz="1200">
                          <a:solidFill>
                            <a:srgbClr val="20261F"/>
                          </a:solidFill>
                          <a:latin typeface="Yu Gothic"/>
                        </a:defRPr>
                      </a:pPr>
                      <a:r>
                        <a:t>不明(本調査の範囲では確認できず)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今後の見通し(推測であることを明記)</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以下はあくまで合理的推測であり、断定ではありません。</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 正式な統合が進めば、決済データとAI支出管理を組み合わせた新サービスが登場する可能性がある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 大手決済企業による買収のため、一定の規制上の手続きを経る可能性がある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不明: 買収完了の時期・規制の可否は、本調査の範囲では判断材料がない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70億ドル超という数字の中身を、出典付きで正直にお届けした。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「合意」と「完了」の違い、確認できなかったことも含めて、中立的に整理しました。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Bloomberg</a:t>
                      </a:r>
                    </a:p>
                  </a:txBody>
                  <a:tcPr>
                    <a:solidFill>
                      <a:srgbClr val="FFFFFF"/>
                    </a:solidFill>
                  </a:tcPr>
                </a:tc>
                <a:tc>
                  <a:txBody>
                    <a:bodyPr/>
                    <a:lstStyle/>
                    <a:p>
                      <a:pPr>
                        <a:defRPr sz="1200">
                          <a:solidFill>
                            <a:srgbClr val="20261F"/>
                          </a:solidFill>
                          <a:latin typeface="Yu Gothic"/>
                        </a:defRPr>
                      </a:pPr>
                      <a:r>
                        <a:t>「Stripe Nears Deal to Buy AI Firm OpenRouter for Over $7 Billion」(2026-08-16)</a:t>
                      </a:r>
                    </a:p>
                  </a:txBody>
                  <a:tcPr>
                    <a:solidFill>
                      <a:srgbClr val="FFFFFF"/>
                    </a:solidFill>
                  </a:tcPr>
                </a:tc>
              </a:tr>
              <a:tr h="502920">
                <a:tc>
                  <a:txBody>
                    <a:bodyPr/>
                    <a:lstStyle/>
                    <a:p>
                      <a:pPr>
                        <a:defRPr sz="1200">
                          <a:solidFill>
                            <a:srgbClr val="20261F"/>
                          </a:solidFill>
                          <a:latin typeface="Yu Gothic"/>
                        </a:defRPr>
                      </a:pPr>
                      <a:r>
                        <a:t>TechCrunch</a:t>
                      </a:r>
                    </a:p>
                  </a:txBody>
                  <a:tcPr>
                    <a:solidFill>
                      <a:srgbClr val="F4F1E6"/>
                    </a:solidFill>
                  </a:tcPr>
                </a:tc>
                <a:tc>
                  <a:txBody>
                    <a:bodyPr/>
                    <a:lstStyle/>
                    <a:p>
                      <a:pPr>
                        <a:defRPr sz="1200">
                          <a:solidFill>
                            <a:srgbClr val="20261F"/>
                          </a:solidFill>
                          <a:latin typeface="Yu Gothic"/>
                        </a:defRPr>
                      </a:pPr>
                      <a:r>
                        <a:t>「Stripe will reportedly acquire AI gateway startup OpenRouter for $7B+」(2026-08-16)</a:t>
                      </a:r>
                    </a:p>
                  </a:txBody>
                  <a:tcPr>
                    <a:solidFill>
                      <a:srgbClr val="F4F1E6"/>
                    </a:solidFill>
                  </a:tcPr>
                </a:tc>
              </a:tr>
              <a:tr h="502920">
                <a:tc>
                  <a:txBody>
                    <a:bodyPr/>
                    <a:lstStyle/>
                    <a:p>
                      <a:pPr>
                        <a:defRPr sz="1200">
                          <a:solidFill>
                            <a:srgbClr val="20261F"/>
                          </a:solidFill>
                          <a:latin typeface="Yu Gothic"/>
                        </a:defRPr>
                      </a:pPr>
                      <a:r>
                        <a:t>Fortune・Yahoo Finance・Seeking Alpha</a:t>
                      </a:r>
                    </a:p>
                  </a:txBody>
                  <a:tcPr>
                    <a:solidFill>
                      <a:srgbClr val="FFFFFF"/>
                    </a:solidFill>
                  </a:tcPr>
                </a:tc>
                <a:tc>
                  <a:txBody>
                    <a:bodyPr/>
                    <a:lstStyle/>
                    <a:p>
                      <a:pPr>
                        <a:defRPr sz="1200">
                          <a:solidFill>
                            <a:srgbClr val="20261F"/>
                          </a:solidFill>
                          <a:latin typeface="Yu Gothic"/>
                        </a:defRPr>
                      </a:pPr>
                      <a:r>
                        <a:t>Bloomberg記事の内容を配信・引用(2026-08-16以降)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Bloomberg(2026-08-16)・TechCrunch(2026-08-16)ほか｜「合意」段階の報道、完了は未確認</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