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AIが企業の不正を先回りで見つける時代の話です。今回はBaselayerの資金調達をお伝えします。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今日お伝えする5つのポイントです。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まず何が起きたのか整理します。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調達額はこちら、2,000万ドルです。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調達の概要を表にまとめました。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Baselayerがどんな会社か紹介します。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検知プロセスの大まかな流れです。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従来の対策との違いを整理します。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これまでの調達履歴を振り返ります(出典: AlleyWatch 2026-08-03)。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累計調達額はこちら、4,700万ドルです。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創業チームの3名を紹介します。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背景にある課題意識を整理します。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利用機関のイメージを整理します。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主導投資家について確認します。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創業年を確認します。2023年の創業です。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ここからは推測です。資金の使途を考えてみます。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Baselayerの特徴を整理します。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出典を確認します。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ここは正直にお伝えします。確認できていない点があります。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利用機関数はこちら、1,900以上です。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分野全体の流れを概観します。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リスクについても触れておきます。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既存テーマとの違いを整理します。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前回round73との鮮度を比較します。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今後の注目ポイントを整理します。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皆さんはどう思いますか、というところで問いかけます。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本テーマで大切にした3点です。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調達段階を改めて確認します。シリーズAです。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今回もありがとうございました。Baselayerの資金調達の話題をお届けしました。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最後にまとめます。次回もお楽しみに。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AIが、不正を先に見つけていた。2,000万ドルを集めた「監視役」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Baselayer、AI不正検知でシリーズA2,000万ドルを調達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B8D6"/>
                </a:solidFill>
                <a:latin typeface="Yu Gothic"/>
              </a:rPr>
              <a:t>出典: AlleyWatch(2026-08-03)ほか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今日分かること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何が起きたか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Baselayerとはどんな会社か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AIによる不正検知の仕組み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参加した投資家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確認できたこと・できなかったこと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Baselayerが2026年8月3日、シリーズAで2,000万ドルの調達を発表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主導投資家はKoro CapitalとM13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累計調達額は4,700万ドルに到達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発表は着手日の前日で、鮮度の高い情報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AlleyWatch(2026-08-03)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2,000万ドル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シリーズAラウンド(2026年8月3日発表)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AlleyWatch(2026-08-03)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調達概要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企業名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Baselayer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調達額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2,000万ドル(シリーズA)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主導投資家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Koro Capital、M13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累計調達額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4,700万ドル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2026年8月3日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Baselayerとはどんな会社?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創業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2023年、Jonathan Awad氏・Timothy Hyde氏・William Slessman氏が創業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事業内容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金融機関・政府機関向けにAIで企業の不正リスクを自動検知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利用機関数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1,900以上の金融・政府機関が利用しているとされる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Baselayerの検知プロセス(概要)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1. データ収集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取引先・申込企業に関する情報を収集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2. AIリスク評価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AIが不正の兆候を継続的に分析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3. アラート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リスクが検知された場合に機関へ通知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Baselayerが解決する課題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従来の不正対策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人手中心・事後対応が多い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Baselayerのアプローチ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AIによる継続的な自動監視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目指す姿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不正の早期発見・被害の未然防止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これまでの調達履歴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ラウンド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調達額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2024年5月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シード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650万ドル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2026年8月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シリーズA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2,000万ドル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累計調達額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4,700万ドル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シード+シリーズA合計(2026年8月3日時点)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AlleyWatch(2026-08-03)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創業チーム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Jonathan Awad氏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共同創業者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Timothy Hyde氏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共同創業者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William Slessman氏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共同創業者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なぜ今、不正検知AIなのか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金融機関・政府機関を狙った不正手口が高度化しているとされる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従来の人手による審査には限界があるとされる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AIによる継続的な監視への需要が高まっているとされる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Baselayerの利用機関イメージ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金融機関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取引先審査・不正検知に活用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政府機関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申請審査等に活用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合計1,900以上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利用機関数(Baselayer公表)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主導投資家について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Koro Capitalが主導投資家の一社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M13も主導投資家として参加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具体的な出資比率・企業評価額は確認できていない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AlleyWatch(2026-08-03)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創業年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2023年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Jonathan Awad氏ら3名が共同創業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TechFundingNews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資金の使途(推測)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1. 製品開発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AIモデルの精度向上に活用される可能性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2. 人材採用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エンジニア・営業体制の強化に活用される可能性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3. 事業拡大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新規顧客獲得に活用される可能性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Baselayerの特徴(公表情報より)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対象業界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金融機関・政府機関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提供価値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不正リスクの自動検知・企業向けリスク評価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規模感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1,900以上の機関が利用と公表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出典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AlleyWatch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2026-08-03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TechFundingNews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2024年記事(創業背景)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BusinessWire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2024-05-01(シード調達)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正直な開示: 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本ラウンドの企業評価額は確認できていない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AIモデルの具体的な検知アルゴリズムは確認できていない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具体的な顧客企業名は確認できていない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利用機関数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1,900以上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金融・政府機関(Baselayer公表)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Baselayer公式サイト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AI不正検知分野の広がり(概観)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1. 従来型審査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人手中心の審査プロセス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2. ルールベース検知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既知のパターンでの検知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3. AI継続監視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Baselayerのようなアプローチが台頭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この分野で意識すべきリスク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誤検知リスク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AIによる誤判定が生じる可能性は一般論として存在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プライバシー配慮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取引先データの取り扱いには配慮が必要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投資判断は自己責任で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特定企業への投資推奨ではない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既存テーマとの違い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AI不正検知という切り口は本テーマが初めて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金融・政府機関向けという対象領域も独自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重複するテーマは既存assetsに確認されなかった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鮮度の比較(round73との比較)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round73(121・122本目)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Juneは着手日前日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Neoは着手日の約2週間前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round74(123本目)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Baselayerは着手日の前日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高い鮮度を確保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今後注目すべきポイント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製品の進化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AIモデルの精度向上に注目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顧客拡大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利用機関数の推移に注目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次の資金調達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今後のラウンドの有無に注目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視聴者への問いかけ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AIによる不正検知、皆さんはどう思いますか?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金融機関の安心・安全にどうつながるか、一緒に考えてみましょう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本テーマで大切にしたこと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出典の明記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AlleyWatch等、複数の情報源を明示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正直な開示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確認できなかった点を隠さず記載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中立性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特定企業への投資推奨はしていない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調達段階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シリーズA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本格的な事業拡大に向けた段階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AIが、不正を先に見つける時代へ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3E4F5"/>
                </a:solidFill>
                <a:latin typeface="Yu Gothic"/>
              </a:rPr>
              <a:t>Baselayer、シリーズAで2,000万ドルを調達(2026年8月3日)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Baselayerがシリーズ Aで2,000万ドルを調達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AIによる不正検知という切り口が今後も注目される可能性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次回もAI業界の動きをお届けします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AlleyWatch(2026-08-03)ほか｜定期実行123本目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