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2026年8月7日、FortuneがUberのCTO、Praveen Neppalli Naga氏の発言を報じました。Uberは2026年前半、社員にAI活用を強く促す『tokenmaxxing』というトレンドの火付け役とされる企業です。その当のUberが今、この言葉の終わりを語っています。今日はこの発表を出典付き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まず結論です。UberのCTOは、AIコストについて『非常に興味深い傾向』が見えているとし、これを『いわゆるtokenmaxxing時代の終わりに近づいているシグナル』だと述べました。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今日はこの5つの流れでお伝えします。事実と、当社の推測、確認できなかったことをはっきり分けて整理します。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なぜ今このニュースを扱うのか。2日前という新しい発表であること、そして『言葉の火付け役が自ら終わりを語る』という展開のインパクトが理由です。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何が起きたのか整理します。UberのCTOがX投稿で、AIコストの傾向を理由に『tokenmaxxing時代の終わり』を語りました。これをFortuneが報じ、複数メディアが追随しています。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複数の独立したメディアが同じ内容を報じています。Fortuneに加えて、Yahoo Finance・AOL・TheNextWebなどが同内容を裏付けています。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Naga氏の発言をそのまま引用します。『いわゆるtokenmaxxing時代の終わりに近づいているもう一つのシグナルだと思う』。複数の独立したメディアで、この文言が一致して引用されています。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ここで用語を整理します。tokenmaxxingとは、企業が従業員にAI利用を最大限に増やすよう促す2026年上半期のトレンドです。多くの企業が投資対効果に疑問を持ち、方針から後退しているとされます。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Uberとtokenmaxxingの関係を整理します。2026年前半、Uberは社員にAI活用を強く促し、利用量でエンジニアを順位付ける仕組みまで作っていました。その同じCTOが、今回は終わりを語っています。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2026年4月時点の状況です。Naga氏は、Claude Code向けの2026年通年分の予算を、その時点ですでに使い切っていたと述べていたとされています。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Uberが行っていた施策は主に3つです。AI活用の強い奨励、利用量でのリーダーボード、そしてその結果としての急速な支出です。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4月と8月を並べるとこうなります。同じ会社・同じCTOが、わずか数か月で正反対のトーンの発言をしています。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利用者数の変化です。2026年の年始からフロンティア級AIツールを使う従業員は4倍に増えたとされています。ただしこれはUber側の自己申告で、第三者による検証は確認できていません。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利用者は増えているのに、1件あたりのコストは下がっているという逆説的な状況です。ただし具体的な下落率は報道されておらず、正直に不明として扱います。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コスト低下の要因とされるのはこの4つです。プロンプトキャッシュの改善、デフォルトモデルの見直し、利用状況の可視化、オープンウェイトモデルの試験導入です。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もう一つの引用です。『次の段階は、誰が一番使ったかではなく、いかに効率的に使うかで特徴づけられる』。tokenmaxxingに代わる価値基準を示唆する発言です。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ここで一度、確認できなかったことを一覧にします。予算の金額、傾向の定量数値、次の段階の具体的な制度、業界全体への波及、いずれも非公表または未確認です。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既存2つのtokenmaxxingテーマとの関係を整理します。Weaveは測定問題の提起、Microsoftは社内での引き締め、そして本テーマは火付け役自身による終焉宣言です。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3つのテーマの流れを図にするとこうなります。火付け役から始まり、測定問題の提起、社内での引き締めを経て、最後に火付け役自身が終焉を語るという流れです。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ここからは実践的な視点です。企業のAI導入担当にとっては、利用量そのものを目標にしないこと、コスト管理の技術的な選択肢、可視化の重要性が参考になります。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エンジニア個人にとっては、使った量そのものより、効率的な使い方が重視される方向への変化が考えられます。ただしこれはUber一社の方針であり、自分の職場に当てはまるとは限らない点には注意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実践的な視点として、AI利用量を評価指標にしていないか、技術的な削減余地、可視化の有無、成果の記録、この4点の確認をおすすめします。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発想の転換を並べるとこうなります。誰が一番使ったかを競う発想から、いかに効率的に使うかを重視する発想への転換です。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ここで一度、本テーマの扱い方についてお伝えします。見出しは注目を集める表現ですが、本文はUber一社の発言として扱い、AI活用全般の価値判断や特定企業の推奨はしていません。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この図はあくまで推測です。他社も同様に効率重視へ言及が増えたり、費用対効果を評価する指標が広がったりする可能性がありますが、公式な見通しは確認できていません。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この3つは当社の推測です。断定はせず、今後注目されうる論点として整理しました。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今後注目しておきたいのはこの3点です。続報が出れば、また出典付きでお伝えします。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最後にもう一度確認します。2026年8月7日、UberのCTOはtokenmaxxing時代の終わりを発言しました。背景には急速な支出増とその後の効率化の取り組みがありますが、具体的な数値や次の段階の制度は非公表です。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本編で使った出典を一覧にしました。詳細はresearch.mdをご確認ください。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本編は以上です。今回はUberのCTOが『tokenmaxxing時代の終わり』を発言したことをお伝えしました。非公開の情報は不明として扱い、推測部分は推測と明記しています。次回もまた出典付きでお届けします。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「tokenmaxxing」を生み出した張本人が、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その言葉の終わりを宣言した。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Uber CTO、2026年AI予算を数か月で使い切った末に「いわゆるtokenmaxxing時代の終わりに近づいている」と発言(2026年8月7日 Fortune報道)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9A857"/>
                </a:solidFill>
                <a:latin typeface="Yu Gothic"/>
              </a:rPr>
              <a:t>出典: Fortune(2026-08-07)ほか。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今回の結論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「tokenmaxxing時代は終わりに近づいている」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UberのCTO Praveen Neppalli Naga氏が水曜日(2026年8月5日)のX投稿でAIコストについて発言。Fortuneが2026年8月7日に報道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Fortune(2026-08-07)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この動画で分かること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そもそも『tokenmaxxing』とは何か(基礎知識)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Uberがこの言葉の火付け役とされる理由(2026年4月の経緯)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CTOの発言の中身と、コストが下がった仕組み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既存2つの『tokenmaxxing』テーマとの関係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確認できなかったこと、読み解く上での注意点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なぜ今、このニュースを扱うのか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Yu Gothic"/>
              </a:rPr>
              <a:t>このテーマを選んだ理由です。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発表は2026年8月7日。着手日(2026年8月9日)から見て2日前の、鮮度の高いニュース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『tokenmaxxingという言葉の火付け役自身が、その終焉を語る』という展開のオチの強さ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Fortuneに加え、AOL・TheNextWeb・Yahoo Financeなど複数の独立メディアが同内容を報道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本テーマは同一用語を扱う3件目だが、主体・立場が異なり重複しないと判断(詳細は後述)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Fortune(2026-08-07)ほか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何が起きたのか(概要)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Yu Gothic"/>
              </a:rPr>
              <a:t>まず起きたことを整理します。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UberのCTO Praveen Neppalli Naga氏が、水曜日(2026年8月5日)のX投稿でAIコストについて発言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「非常に興味深い傾向が見えている」とし、『tokenmaxxing時代の終わりに近づいている』と述べた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背景には、Uberが2026年前半、社員にAI活用を強く促す『tokenmaxxing』の火付け役だったという経緯がある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Fortuneが2026年8月7日にこの発言を報道し、複数メディアが追随した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Fortune(2026-08-07)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この発表を報じた主なメディア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確認できる内容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Fortune(2026-08-07)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CTOの発言・背景を詳しく報じる記事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Yahoo Finance(米国/英国)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同内容を裏付ける報道、発言の引用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AOL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同内容を裏付ける報道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TheNextWeb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『tokenmaxxing』の定義・業界背景を含む報道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The Hans India / Briefs.co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同内容を裏付ける報道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“I think it's another signal that we're coming to the end of the so-called tokenmaxxing era.</a:t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(いわゆるtokenmaxxing時代の終わりに近づいているもう一つのシグナルだと思う)”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D9A8"/>
                </a:solidFill>
                <a:latin typeface="Yu Gothic"/>
              </a:rPr>
              <a:t>— Praveen Neppalli Naga氏(Uber CTO)、Fortune経由(2026-08-07)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用語解説1: そもそも『tokenmaxxing』とは何か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Yu Gothic"/>
              </a:rPr>
              <a:t>本題に入る前に、専門用語を整理します。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2026年上半期に広まった、企業向けAI活用トレンドを指す言葉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企業が従業員に、業務でのAI利用をできる限り増やすよう促す動きを指す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『トークン』はAIモデルとのやり取りの単位で、使うほど費用がかかる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多くの企業は、支出に見合う投資対効果(ROI)が得られないとして、この方針から後退しているとされる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Yahoo Finance(米国)/ TheNextWeb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Uberと『tokenmaxxing』の関係(火付け役)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2026年前半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Uberが社員にAI活用を強く奨励。利用量でエンジニアを順位付ける『リーダーボード』も導入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2026年4月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CTOが『Claude Codeの2026年予算を早くも使い切った』と発言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2026年8月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同じCTOが『tokenmaxxing時代の終わり』を発言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Yu Gothic"/>
              </a:rPr>
              <a:t>Uber自身が、この言葉が指すトレンドの火付け役の一つとされている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Yahoo Finance(米国、2026-08-07)/ AOL(2026-08-07)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2026年4月時点の状況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2026年予算を数か月で使い切り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Naga氏は2026年4月時点で、Claude Code(Anthropicのコーディングツール)向けに確保していた2026年通年分の予算をすでに使い切っていたと述べていたとされる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Fortune経由、Yahoo Finance(米国、2026-08-07)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Uberが行っていた『tokenmaxxing』施策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AI活用の強い奨励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社員にAnthropicのClaude Code等をできる限り使うよう奨励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利用量のリーダーボード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AI利用量でソフトウェアエンジニアを順位付ける仕組みを導入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急速な支出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その結果、2026年通年分の予算を数か月で使い切る事態に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Yahoo Finance(米国)/ AOL(2026-08-07)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2026年4月 / 2026年8月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2026年4月(火付け役だった頃)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社員にAI活用を強く奨励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利用量でエンジニアを順位付け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年間予算を数か月で使い切る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2026年8月(終焉を発言)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『tokenmaxxing時代の終わり』を発言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支出計画は『振り出しに戻った』と認める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効率性を重視する方向へ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AIツール利用者数の変化(Uberの自己申告)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4倍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2026年年始以降、Uber社内でフロンティア級AIツールを利用する従業員数は4倍に増えた(Uber側の自己申告。第三者検証は確認できていない)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Yahoo Finance(米国、2026-08-07)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でも、コストは下がっている?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Yu Gothic"/>
              </a:rPr>
              <a:t>利用者は増えたのに、という逆説です。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利用者数が4倍に増える一方で、AIトークン1件あたりのコストは低下しているという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『使う量を減らす』のではなく、『同じ、あるいはより多い利用をより安く行う』方向への転換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具体的な下落率・下落幅は報道内で定量化されておらず、本テーマでは『不明』として扱う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Naga氏が言う『非常に興味深い傾向』の中身がこれに当たると考えられる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Yahoo Finance(米国、2026-08-07)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コスト低下の要因とされる4つの取り組み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0306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プロンプトキャッシュの改善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同じ内容の問い合わせを再利用し、無駄な処理を減らす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2253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56533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853" y="1828800"/>
            <a:ext cx="20306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853" y="283464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デフォルトモデルの見直し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853" y="352044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標準で使うAIモデルを効率の良いものに切り替え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5867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0187" y="1828800"/>
            <a:ext cx="20306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0187" y="283464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利用状況の可視化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0187" y="352044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エンジニアが自分のAI利用量・コストを確認できるようにした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0921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55201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9521" y="1828800"/>
            <a:ext cx="20306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9521" y="283464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オープンウェイトモデルの試験導入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521" y="352044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商用モデル以外の選択肢も試験的に評価している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Yahoo Finance(米国、2026-08-07)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“The next phase, whatever we call it, will not be characterized by who spends the most tokens, but about how people use them as efficiently as possible.</a:t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(次の段階が何と呼ばれるにせよ、誰が一番トークンを使ったかではなく、いかに効率的に使うかによって特徴づけられるだろう)”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D9A8"/>
                </a:solidFill>
                <a:latin typeface="Yu Gothic"/>
              </a:rPr>
              <a:t>— Praveen Neppalli Naga氏(Uber CTO)、Fortune経由(2026-08-07)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確認できなかったこと(一覧)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Yu Gothic"/>
              </a:rPr>
              <a:t>正直に『不明』として扱う項目です。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Uberの2026年AI予算(Claude Code分を含む)の具体的な金額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『非常に興味深い傾向』の中身を示す具体的な数値(下落率・下落幅など)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『tokenmaxxing』に代わる次の段階の具体的な名称・社内制度(リーダーボードの扱いを含む)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この動きがUber一社にとどまるのか、業界全体のトレンドの一部なのか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既存2つの『tokenmaxxing』テーマとの関係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主体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立場・内容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127本目(2026-07-29)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スタートアップWeave社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『AIをたくさん使った』ことと成果が比例しない、という測定問題を提起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142本目(2026-08-04)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Microsoft(EVP Jay Parikh氏)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自社の社内AIコスト管理方針として『tokenmaxxingは最適化目標ではない』と通達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150本目(本テーマ)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Uber(CTO Praveen Neppalli Naga氏)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この言葉の火付け役とされる当のUber自身が、終焉を発言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ai-company-os/assets/配下の各テーマREADME参照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『tokenmaxxing』を巡る3つの物語の流れ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火付け役(Uber、2026年前半)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AI活用を強く奨励、リーダーボードで競わせる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測定問題の提起(Weave、7/29)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『使った量』と『成果』は比例しないと指摘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内部での引き締め(Microsoft、8/4)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社内方針として最適化目標から外す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火付け役自身の終焉宣言(Uber、8/7)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0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本テーマ。一連の流れにオチがつく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Yu Gothic"/>
              </a:rPr>
              <a:t>同じ『tokenmaxxing』という言葉を、異なる主体・立場から扱った3つのテーマの流れ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これは企業(AI導入担当)にとって何を意味するか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視点1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利用量そのものは目標にならない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『どれだけ使ったか』を評価指標にする設計は見直しの対象になりうる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視点2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コスト管理の技術的な選択肢がある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プロンプトキャッシュ改善・モデル見直し等は他社でも参考になりうる取り組み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視点3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可視化がまず必要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エンジニア自身が利用量・コストを見られる仕組みが、効率化の前提になっている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これはエンジニア個人にとって何を意味するか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変化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『使った量』で評価される時代ではなくなる可能性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リーダーボードのような利用量競争の価値が相対的に下がる可能性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着目点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効率的な使い方が重視される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同じ成果をより少ない・より安いトークンで出せるかが問われる方向へ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注意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Uber一社の方針である点に留意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自分の職場に同じ考え方が当てはまるとは限らない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実践: AIコスト管理を検討する際に確認したいこと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Yu Gothic"/>
              </a:rPr>
              <a:t>自分の職場に当てはめて考えるための整理です。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AI利用量を評価指標にしていないか、成果とセットで見ているかを確認する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プロンプトキャッシュ・デフォルトモデルの設定など、技術的な削減余地がないか点検する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利用者自身が自分のAI利用量・コストを確認できる仕組みがあるかを確認する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『使った量』だけでなく『何が生まれたか』を併せて記録する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発想の転換: 『使った量』を追う vs 『効率』を追う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tokenmaxxing的な発想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誰が一番AIを使ったかを競う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利用量そのものをリーダーボードで可視化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使うほど良いという前提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Naga氏が示唆する『次の段階』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いかに効率的に使うかを重視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コスト・利用状況を可視化しつつ最適化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使った量ではなく生まれた効果を重視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誇張回避・特定企業推奨に関する注記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Yu Gothic"/>
              </a:rPr>
              <a:t>本テーマの扱い方についてです。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タイトル・冒頭の見出しは注目を集める表現を使っているが、本文の内容自体は誇張していない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『tokenmaxxingが終わった』とAI活用全般が不要になったと断定する内容ではない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Uber一社の発言・自己申告データであり、業界全体を代表する結論として扱わない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本テーマはUber・Anthropicへの言及を含むが、特定企業・製品の利用を強く推奨する結論にはしていない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30367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確認できていない数値(予算額・下落率等)は創作せず、不明として明記している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今後の展開(推測、概念図)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現在(2026年8月〜)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Uberが『tokenmaxxing時代の終わり』を発言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今後(推測)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他社も同様の『効率重視』への言及が増える可能性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将来像(推測)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AI利用量そのものではなく、費用対効果を評価する指標が広がる可能性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Yu Gothic"/>
              </a:rPr>
              <a:t>この図は当社の推測であり、Uberや業界の公式な見通しそのものではない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今後、論点になりうる点(推測)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推測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業界全体への波及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他の『tokenmaxxing』推進企業も同様の見直しを発言するかどうか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推測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予算・数値の開示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Uberが具体的な予算額・コスト削減率を今後開示するかどうか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871E"/>
                </a:solidFill>
                <a:latin typeface="Yu Gothic"/>
              </a:rPr>
              <a:t>推測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評価指標の変化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『利用量』に代わる新しい評価指標が社内外に定着するかどうか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今後、注目しておきたいポイント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予算・数値の開示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具体的な金額・削減率が公表されるかどうか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次の段階の名称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『tokenmaxxing』に代わる呼び名・制度が示されるかどうか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他社の反応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同種の発言・方針転換が他企業からも出てくるかどうか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2026/8/7 発言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UberのCTOが『tokenmaxxing時代の終わり』を発言。背景には2026年前半の急速な支出増と、その後のコスト効率化の取り組みがある。予算額・傾向の具体的な数値・次の段階の制度は非公表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Fortune(2026-08-07)ほか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主な出典一覧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Fortune(2026-08-07)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CTOの発言・背景を詳しく報じる記事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Yahoo Finance(米国/英国)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発言の直接引用を含む報道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AOL / TheNextWeb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同内容を裏付ける報道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The Hans India / Briefs.co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同内容を裏付ける報道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Fortune(2026-08-07)ほか｜150本目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言葉を生み出した者が、その終わりを語る。次の段階の名前は、まだ誰も知らない。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5D9A8"/>
                </a:solidFill>
                <a:latin typeface="Yu Gothic"/>
              </a:rPr>
              <a:t>予算額や次の段階の具体的な制度が明らかになれば、続報として出典付きでお届けします。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research.mdで出典一覧・確認できなかったことの詳細を確認する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