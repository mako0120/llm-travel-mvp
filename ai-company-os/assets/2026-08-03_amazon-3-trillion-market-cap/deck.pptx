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本日はAmazonが時価総額3兆ドルを突破したという話題をお届けします。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今日は、何が起きたのか、3兆ドル企業クラブとは、決算の詳細、株価の動きをお伝えします。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Amazonが時価総額3兆ドルを突破し、史上5社目の3兆ドル企業となりました。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その時価総額がこちら、3兆ドルです。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概要をまとめると、この表の通りです。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先行する3兆ドル企業は、Nvidia、Alphabet、Microsoft、Appleです。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3兆ドル企業クラブの顔ぶれを整理すると、この表の通りです。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3兆ドル到達までの歩みは、2兆ドル到達から約2年というスピードでした。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AWSの売上高は422億ドルで、市場予想を上回りました。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背景を図で見ると、AI需要の拡大がAWS売上の急成長、そして時価総額3兆ドル到達につながっています。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AWS売上高を比較すると、実際の売上高が市場予想を上回りました。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AWSの売上高は422億ドルで、市場予想を上回りました。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報じたメディアは、CNBC、Bloomberg、PYMNTS、Yahoo Financeなどです。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株価は当日一時5.3%上昇し、年初来では23%超の上昇となっています。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株価上昇の流れを図で見ると、決算発表後の上昇局面が3兆ドル到達につながりました。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ここまでを総括します。AI需要が世界最大級の企業を押し上げていることが今回の核心です。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ここからは推測です。AWSの成長継続、他社の動向、市場全体への影響が焦点になりそうです。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想定される影響としては、投資家の関心の高まり、クラウド業界の競争激化が挙げられます。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既存のAmazon関連テーマとは主題が異なり、重複ではありません。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本テーマでは数字の創作をせず、特定企業の株式投資を推奨する結論にもしていません。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出典はこの表の通り、独立した複数の報道・金融専門メディアです。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確認できたことと確認できなかったことを正直に整理します。AWS決算の詳細な内訳はまだ確認できていません。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改めて確認します。Amazonが、時価総額3兆ドルを突破しました。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2兆ドル到達時と比べると、今回はAWSのAI需要が主な牽引役となっています。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決算発表から株価上昇、そして3兆ドル到達までの流れを図にすると、このようになります。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皆さんは、AI需要が牽引する時価総額の拡大が今後も続くと思いますか。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数字で見ると、時価総額3兆ドル、AWS売上高422億ドル、年初来株価上昇率は23%超です。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改めて総括します。世界でたった5社しか到達していない領域に、Amazonが入った、その一つの節目でした。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AWSの成長継続、そして他社の時価総額競争の動向に注目していきましょう。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今回もありがとうございました。Amazonの時価総額3兆ドル突破の話題をお届けしました。次回もお楽しみに。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世界でたった5社しか到達していない領域に、Amazonが入った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Amazon、時価総額3兆ドルを突破(史上5社目)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A3D0"/>
                </a:solidFill>
                <a:latin typeface="Yu Gothic"/>
              </a:rPr>
              <a:t>出典: CNBC・Bloomberg・PYMNTS ほか(2026-08-03)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今日わかること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何が起きたのか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3兆ドル企業クラブとは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決算の詳細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株価の動き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確認できたこと・できなかったこと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何が起きたのか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Amazonが時価総額3兆ドルを突破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史上5社目の3兆ドル企業に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発表日は2026年8月3日、着手日の前日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CNBC(2026-08-03)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CNBC・Bloomberg・PYMNTS ほか(2026-08-03)｜定期実行113本目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時価総額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3兆ドル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史上5社目の到達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Bloomberg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企業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Amazon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到達日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2026年8月3日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到達社数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史上5社目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牽引要因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AWS(クラウド事業)のAI需要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CNBC・Bloomberg・PYMNTS ほか(2026-08-03)｜定期実行113本目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先行する3兆ドル企業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Nvidia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先行して到達済み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Alphabet・Microsoft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先行して到達済み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Apple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先行して到達済み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CNBC・Bloomberg・PYMNTS ほか(2026-08-03)｜定期実行113本目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3兆ドル企業クラブの顔ぶれ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企業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主な事業領域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Nvidia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AI向け半導体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Alphabet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検索・広告・クラウド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Microsoft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ソフトウェア・クラウド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Apple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スマートフォン・デバイス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Amazon(今回)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eコマース・クラウド(AWS)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CNBC・Bloomberg・PYMNTS ほか(2026-08-03)｜定期実行113本目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3兆ドル到達までの歩み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2兆ドル到達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2024年6月26日</a:t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AI需要の拡大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AWSのクラウド事業が急成長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好決算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第2四半期決算でAWS売上が市場予想を上回る</a:t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3兆ドル到達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2026年8月3日、約2年で到達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CNBC・Bloomberg・PYMNTS ほか(2026-08-03)｜定期実行113本目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決算の詳細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AWS(クラウド事業)の売上高は422億ドル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市場予想の405.4億ドルを上回った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AI需要による急成長が牽引したとされる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PYMNTS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CNBC・Bloomberg・PYMNTS ほか(2026-08-03)｜定期実行113本目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3兆ドル到達の背景(概念)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AI需要の拡大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企業のクラウド利用が増加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AWS売上の急成長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市場予想を上回る決算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株価上昇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時価総額3兆ドル到達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CNBC・Bloomberg・PYMNTS ほか(2026-08-03)｜定期実行113本目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AWS売上高の比較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市場予想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405.4億ドル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実際の売上高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422億ドル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CNBC・Bloomberg・PYMNTS ほか(2026-08-03)｜定期実行113本目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AWS売上高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422億ドル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市場予想405.4億ドルを上回る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PYMNTS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報じたメディア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CNBC / Bloomberg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時価総額突破の概要を報道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PYMNTS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AI事業の貢献を報道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Yahoo Finance / Schaeffer's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株価の動きを解説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CNBC・Bloomberg・PYMNTS ほか(2026-08-03)｜定期実行113本目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株価の動き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当日一時5.3%上昇(現地時間午前9時35分時点)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年初来では23%超の上昇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先週の決算発表後の上昇局面が続いている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Bloomberg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CNBC・Bloomberg・PYMNTS ほか(2026-08-03)｜定期実行113本目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株価上昇の流れ(概念)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第2四半期決算発表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先週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株価の上昇局面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決算後、継続的に上昇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3兆ドル到達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2026年8月3日、一時5.3%上昇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CNBC・Bloomberg・PYMNTS ほか(2026-08-03)｜定期実行113本目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ここまでの総括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AI需要が、世界最大級の企業を押し上げる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Amazon、時価総額3兆ドルを突破(2026年8月3日)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今後の見通し(ここからは推測)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AWSの成長継続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AI需要を背景にした成長が続く可能性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他社の動向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他の大手テック企業の時価総額競争が続く可能性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市場全体への影響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AI関連銘柄への資金流入が続く可能性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CNBC・Bloomberg・PYMNTS ほか(2026-08-03)｜定期実行113本目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想定される影響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投資家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AI関連銘柄への関心の高まり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クラウド業界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AI需要を巡る競争のさらなる激化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Amazon自身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AI投資のさらなる拡大の可能性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CNBC・Bloomberg・PYMNTS ほか(2026-08-03)｜定期実行113本目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似たテーマとの違い(重複でないことの確認)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既存テーマ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違い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Amazon-OpenAI投資契約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投資契約と時価総額の節目という異なる話題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CNBC・Bloomberg・PYMNTS ほか(2026-08-03)｜定期実行113本目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リスク・配慮事項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数字の創作はせず、報道された内容のみを扱う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特定企業の株式投資を推奨する結論にはしない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AWS決算の詳細な内訳は未確認と明記する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CNBC・Bloomberg・PYMNTS ほか(2026-08-03)｜定期実行113本目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媒体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CNBC / Bloomberg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時価総額突破の概要を報道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PYMNTS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AI事業の貢献を報道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Yahoo Finance / Schaeffer's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株価の動きを解説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CNBC・Bloomberg・PYMNTS ほか(2026-08-03)｜定期実行113本目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確認できたこと・できなかったこと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確認済み: 時価総額到達日・AWS売上高・株価上昇率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確認済み: 先行する3兆ドル企業4社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未確認: AWS決算の詳細な内訳(サービス別・地域別)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未確認: 3兆ドル到達の正確な時刻・取引時点の株価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CNBC・Bloomberg・PYMNTS ほか(2026-08-03)｜定期実行113本目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Amazon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時価総額3兆ドルを突破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史上5社目、2026年8月3日到達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2兆ドル到達時と3兆ドル到達時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2兆ドル到達(2024年6月)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小売事業の好調が牽引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クラウド事業も拡大基調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3兆ドル到達(2026年8月)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AWSのAI需要が主な牽引役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約2年というスピードで到達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CNBC・Bloomberg・PYMNTS ほか(2026-08-03)｜定期実行113本目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この話題の広がり方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決算発表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先週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株価上昇が継続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複数媒体が報道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3兆ドル到達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2026年8月3日、話題化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CNBC・Bloomberg・PYMNTS ほか(2026-08-03)｜定期実行113本目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視聴者への問いかけ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AI需要が牽引する時価総額の拡大、今後も続くと思いますか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次に3兆ドルに到達する企業はどこだと思いますか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CNBC・Bloomberg・PYMNTS ほか(2026-08-03)｜定期実行113本目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数字で見る今回の節目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時価総額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3兆ドル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AWS売上高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422億ドル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年初来株価上昇率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23%超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CNBC・Bloomberg・PYMNTS ほか(2026-08-03)｜定期実行113本目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本テーマの総括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世界でたった5社の領域に、Amazonが到達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時価総額3兆ドル突破(2026年8月3日)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続報にも注目です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ADCFC"/>
                </a:solidFill>
                <a:latin typeface="Yu Gothic"/>
              </a:rPr>
              <a:t>AWSの成長継続、他社の時価総額競争の動向に注目していきます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続報をお楽しみに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Amazon、時価総額3兆ドルを突破(2026年8月3日、史上5社目)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AWSのAI需要による好決算が牽引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特定企業への投資を推奨する結論にはしていない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CNBC・Bloomberg・PYMNTS ほか(2026-08-03)｜定期実行113本目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