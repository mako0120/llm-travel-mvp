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本日は桑木志帆選手が成し遂げた、AIG全英女子オープンでのメジャー初優勝の話題をお届けします。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今日は、何が起きたのか、最終日の展開、桑木選手のプロフィール、日本勢にとっての意味、今後の見通しをお伝えします。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8月2日、桑木選手は最終18番でバーディーを奪い、プレーオフの末にメジャー初優勝を果たしました。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その成果がこちら、メジャー初優勝です。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大会の概要をまとめると、この表の通りです。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最終日の展開を整理すると、この4ステップです。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桑木志帆選手は、JLPGA所属のプロゴルファーです。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プレーオフでは、1ホール目は両者パー、2ホール目でヘンセライト選手のボギーに対し、桑木選手がパーをセーブして優勝を決めました。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最終日の流れを図で見ると、18番のバーディーからプレーオフを経て優勝に至るまで、劇的な展開でした。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桑木選手は、この大会での優勝者として日本勢3人目となりました。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この大会での日本勢の優勝は、2019年の渋野選手、2025年の山下選手に続き、桑木選手が3人目です。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確認できる範囲での日本勢のこの大会での優勝を整理すると、この表の通りです。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海外メジャー優勝者としては、桑木選手が日本勢7人目となります。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渋野選手・山下選手はこの大会の先輩優勝者ですが、既存テーマでは扱っておらず、本テーマは桑木選手の2026年の優勝という新しい出来事を扱います。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この優勝が注目される理由は、プレーオフを制してのドラマ性、18番での劇的な追い上げにあります。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プレーオフの流れを図で見ると、2ホール目の明暗が優勝を分けました。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確認できたことと確認できなかったことを正直に整理します。桑木選手の通算成績の全体像や、具体的なショット内容は確認できていません。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本テーマを総括します。桑木選手はプレーオフの末に、メジャー初優勝という大きな栄冠を手にしました。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ここからは推測です。今後の活躍、日本勢全体への好影響、国内外でのさらなる注目が期待されます。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AIG全英女子オープンは、女子ゴルフの主要メジャー大会の一つです。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本テーマでは数字の創作をせず、他選手を貶める表現も避けています。政治的な話題とは無関係の、明るいスポーツニュースです。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出典はこの表の通り、JLPGA公式という一次情報です。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皆さんは、桑木選手の今後の活躍にどんなことを期待しますか。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改めて、桑木志帆選手のメジャー初優勝です。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優勝決定から公式発表、話題化までの流れを図にすると、このようになります。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確認できる範囲での桑木選手の歩みを整理すると、今回のメジャー初優勝が大きなハイライトです。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数字で見ると、通算5アンダー、プレーオフ2ホール目での決着、日本勢としての位置づけが確認できます。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改めて総括します。18番のバーディーから始まった、劇的なメジャー初優勝でした。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桑木選手の今後の活躍、そして日本勢のさらなる海外メジャー挑戦に注目していきましょう。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今回もありがとうございました。桑木志帆選手のメジャー初優勝の話題をお届けしました。次回もお楽しみに。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18番でのバーディーが、彼女の運命を変えた。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桑木志帆選手、AIG全英女子オープンでプレーオフを制しメジャー初優勝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JLPGA公式(2026-08-02) ※着手日の1〜2日前の話題です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最終日の劇的な展開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桑木選手のプロフィール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日本勢にとっての意味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桑木志帆選手が2026年8月2日、AIG全英女子オープンでメジャー初優勝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最終18番でバーディーを奪い、通算5アンダーに追いつく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ドイツのエスター・ヘンセライト選手とのプレーオフに突入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プレーオフを制し優勝を決めた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JLPGA公式(2026-08-02)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成し遂げたこと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メジャー初優勝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AIG全英女子オープン、2026年8月2日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JLPGA公式(2026-08-02)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大会概要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大会名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AIG全英女子オープン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会場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ロイヤルリザム&amp;セントアンズゴルフクラブ(イングランド)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優勝日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2026年8月2日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決着方法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プレーオフ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最終日の展開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18番前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通算4アンダーで首位と1打差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18番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バーディーを奪い通算5アンダーに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プレーオフ突入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ヘンセライト選手と並び優勝決定戦へ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優勝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2ホール目でパーをセーブし優勝を決める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桑木志帆選手プロフィール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所属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日本女子プロゴルフ協会(JLPGA)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直近の話題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メジャー初優勝を達成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この大会での位置づけ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日本勢として3人目の優勝者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プレーオフの詳細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1ホール目は両者ともにパー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2ホール目でヘンセライト選手がボギー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桑木選手はパーをセーブし優勝を決めた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JLPGA公式(2026-08-02)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最終日の流れ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正規18ホール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18番バーディーで通算5アンダーに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プレーオフ1H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両者パー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プレーオフ2H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桑木選手がパー、ヘンセライト選手がボギー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優勝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0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桑木選手のメジャー初優勝が決定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この大会での日本勢の位置づけ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日本勢として3人目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2019年渋野日向子選手、2025年山下美夢有選手に続く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JLPGA公式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日本勢の歴代優勝者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2019年: 渋野日向子選手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2025年: 山下美夢有選手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2026年: 桑木志帆選手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JLPGA公式(2026-08-02)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確認できる日本勢の海外メジャー優勝(概要)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年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選手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2019年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渋野日向子選手(AIG全英女子オープン)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2025年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山下美夢有選手(AIG全英女子オープン)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桑木志帆選手(AIG全英女子オープン)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海外メジャー優勝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日本勢として7人目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海外メジャー優勝者としての通算人数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JLPGA公式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先輩たちとの関係(重複でないことの確認)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渋野日向子選手・山下美夢有選手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2019年・2025年にこの大会で優勝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既存テーマでは未紹介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桑木志帆選手(本テーマ)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2026年にこの大会で優勝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プレーオフを制しての初優勝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なぜこの優勝が注目されるのか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プレーオフを制してのメジャー初優勝というドラマ性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18番でのバーディーで追いついたという劇的な展開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日本勢のこの大会での活躍が続いている点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プレーオフの流れ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1ホール目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両者パー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2ホール目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桑木選手パー、ヘンセライト選手ボギー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優勝決定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桑木選手のメジャー初優勝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優勝の経緯・プレーオフの結果・日本勢での位置づけ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大会名・会場・優勝日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桑木選手のこれまでの国内外通算成績の全体像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プレーオフでの具体的なショット内容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メジャー初優勝、プレーオフの末に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桑木志帆選手が、AIG全英女子オープンで日本勢3人目の栄冠を手にした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今後の大会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メジャー初優勝を弾みにしたさらなる活躍への期待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日本勢の勢い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続く選手たちへの好影響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国内外での注目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今後の試合でのさらなる注目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AIG全英女子オープンとは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位置づけ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女子ゴルフの主要メジャー大会の一つ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開催国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イングランド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日本勢の実績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2019年以降、複数回の優勝実績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数字の創作はせず、JLPGA公式発表の内容のみを扱う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他選手(ヘンセライト選手)を貶める表現は避ける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政治的な話題とは無関係の、明るいスポーツニュースとして紹介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JLPGA公式(日本女子プロゴルフ協会)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2026-08-02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優勝の経緯・詳細を公式発表(一次情報)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桑木選手の今後の活躍に、どんなことを期待しますか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日本勢のこの大会での活躍は、今後も続くのでしょうか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メジャー初優勝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日本勢として3人目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桑木志帆選手、AIG全英女子オープン、2026年8月2日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優勝決定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8月2日、プレーオフ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JLPGA公式発表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経緯・詳細を公開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話題化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SNS・ニュースで拡散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桑木選手のこれまでの歩み(確認範囲)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JLPGA所属のプロゴルファーとして活動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2026年8月2日、AIG全英女子オープンでメジャー初優勝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確認できる範囲でのハイライトはこの優勝が中心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数字で見る優勝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通算スコア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5アンダー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決着方法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プレーオフ2ホール目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日本勢での位置づけ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この大会3人目・海外メジャー7人目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18番のバーディーから始まった、劇的な優勝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桑木志帆選手、AIG全英女子オープンでメジャー初優勝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桑木選手の今後の活躍、日本勢のさらなる海外メジャー挑戦に注目していきます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桑木志帆選手がAIG全英女子オープンでメジャー初優勝(2026年8月2日)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18番のバーディーからプレーオフへ、劇的な展開で優勝を決めた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この大会での日本勢優勝者としては3人目、海外メジャー優勝者としては7人目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JLPGA公式(2026-08-02)｜定期実行96本目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