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ブン-イレブンの会員証『7iD』を使っている方、実はその名前、これから変わります。セブン&amp;アイが、総額3,000億円の出資と引き換えに、大きな決断をしました。今日はこの発表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まず数字から。3社からの出資総額は3,000億円に達します。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今日はこの5つの流れでお伝えします。会員証の話だけでなく、AI活用の中身まで丁寧に見ていきます。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発表内容を整理すると、この5点になります。資本提携と自社株買いが同時に発表された点も特徴です。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出資したのはこの3社です。それぞれ1,000億円ずつ、合計3,000億円という規模です。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統合の流れを図にするとこうです。7iDがPayPay IDに統合され、合わせて1億人を超える巨大な経済圏が生まれます。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会員にとって一番身近な変化はここでしょう。セブンマイルに代わって、新しいポイントが使えるようになります。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統合後の規模は、単純合算で1億人を超えます。国内でも最大級のポイント経済圏になるとされています。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PayPayの中山一郎社長は、こう語っています。セブン-イレブンとPayPay、双方のデータをAIに学習させる狙いです。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出資の内訳を表にまとめました。自己株式を割り当てる方式である点がポイントです。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AI・ロボット活用の検討領域は、この3つです。まだ検討段階の内容も含まれています。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この規模のデータをAIが学習することで、一人ひとりに合わせた提案を目指す、という構想です。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セブン&amp;アイのデイカスCEOも、こう語っています。実店舗とデジタルの融合を目指す姿勢がうかがえます。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同じ日に、もう一つの発表がありました。上限4,000億円の自社株買いです。今日、8月3日に実施される予定です。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今後のスケジュールです。発表からわずか数日で、実際の取引が始まっていることが分かります。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会員にとっての変化を整理すると、こうなります。使っているサービス自体が変わる、というインパクトのある変化です。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正直にお伝えします。この発表は3日前のものです。基準にはわずかに届きませんが、ここ数サイクルの中では高い鮮度です。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AI活用の話は魅力的ですが、まだ検討段階であることは正直にお伝えしておきます。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セブン-イレブンの規模も確認しておきましょう。全国2万2,000店、1日200万人が来店する規模です。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今回の自社株買いは、突然のものではありません。もともと掲げていた2兆円規模の方針の一部です。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大きな変化がある一方で、まだ決まっていないことも多く残っています。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これまでのテーマとは異なる、国内の身近なコンビニを扱う切り口です。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身近な話題だからこそ、数字と事実を丁寧に分けてお伝えすることを意識しました。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最後にもう一度確認します。出資総額3,000億円、統合後のID数は1億人超。身近なコンビニの会員証が、大きく変わろうとしています。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最後にもう一度、この言葉を紹介します。目先のポイント統合だけでなく、長期的な関係づくりを見据えた提携だということです。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今後注目したいポイントを3つ挙げました。この提携の中身は、まだこれから明らかになっていく部分が多いです。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海外の話題と国内の話題、両方を通じて、AIの広がりが見えてくる回になりました。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本編は以上です。今回はセブン&amp;アイのソフトバンク・PayPay・三井住友カードとの資本提携を題材に、会員基盤の統合とAI活用の構想についてお伝えしました。次回もまた出典付きでお届けします。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あなたの「7iD」は、今日から別の名前になる。</a:t>
            </a:r>
          </a:p>
          <a:p>
            <a:pPr algn="l">
              <a:lnSpc>
                <a:spcPct val="115000"/>
              </a:lnSpc>
            </a:pPr>
            <a:r>
              <a:rPr sz="4200" b="1">
                <a:solidFill>
                  <a:srgbClr val="FFFFFF"/>
                </a:solidFill>
                <a:latin typeface="Yu Gothic"/>
              </a:rPr>
              <a:t>セブン&amp;アイが3,000億円と引き換えに選んだ道。</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セブン&amp;アイ、ソフトバンク・PayPay・三井住友カードから総額3,000億円の出資受け入れ(2026年7月31日発表)を、出典付きで振り返る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日本経済新聞・ITmedia NEWS・ケータイWatch ほか。発表日は着手日の3日前。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出資総額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¥300B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ソフトバンク・PayPay・三井住友カードの3社からの出資総額(2026-07-31発表)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日本経済新聞(2026-07-31)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何が発表されたのか(出資額・提携先)</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『7iD』はどうなるのか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AI・ロボット活用の中身</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同時発表された自社株買いとの関係</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2026年7月31日、セブン&amp;アイの発表のポイントです。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ソフトバンク・PayPay・三井住友カードから、各社1,000億円、総額3,000億円の出資を受け入れ</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会員基盤『7iD』を『PayPay ID』に統合</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統合後のID数は単純合算で1億人超、国内最大級のポイント経済圏に</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ソフトバンクのAI・ロボット技術を店舗業務の負担軽減に活用検討</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同時に、発行済株式の9.07%・上限4,000億円の自社株買いも発表</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日本経済新聞 / ITmedia NEWS</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出資した3社</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¥100B</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ソフトバンク</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AI・ロボット技術での連携を担う</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¥100B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PayPay</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会員IDの統合先</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¥100B</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三井住友カード</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決済分野での連携を担う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日本経済新聞</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『7iD』統合の流れ(概念図)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セブン&amp;アイの会員基盤『7iD』</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これまでの会員サービス</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『PayPay ID』へ統合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共通のユーザー基盤を構築</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ID数1億人超の経済圏</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国内最大級のポイント経済圏に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単純合算での数字であり、重複を除いた実数ではない点に留意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ポイントプログラムの刷新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会員にとって身近な変化を整理します。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これまでの『セブンマイル』に代わり、新たなストアポイントを導入</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『PayPayポイント』『Vポイント』が新たに使えるようになる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実店舗・EC・デリバリーサービス『7NOW』等での購買が対象</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移行の具体的なスケジュールは本調査時点では確認できていない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ケータイWatch</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統合後のID数(単純合算)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1億人超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セブン&amp;アイの会員基盤とPayPayの利用者を合算した規模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日本経済新聞 / Impress Watch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“日々生まれる膨大なデータを、より相互に活用できる。AIエンジンにこのデータを学習させ、利用者ごとに最適な提案を行いたい。”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中山一郎氏(PayPay CEO、ケータイWatch経由の引用、意訳)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出資の内訳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出資額</a:t>
                      </a:r>
                    </a:p>
                  </a:txBody>
                  <a:tcPr>
                    <a:solidFill>
                      <a:srgbClr val="FFFFFF"/>
                    </a:solidFill>
                  </a:tcPr>
                </a:tc>
                <a:tc>
                  <a:txBody>
                    <a:bodyPr/>
                    <a:lstStyle/>
                    <a:p>
                      <a:pPr>
                        <a:defRPr sz="1200">
                          <a:solidFill>
                            <a:srgbClr val="1C2230"/>
                          </a:solidFill>
                          <a:latin typeface="Yu Gothic"/>
                        </a:defRPr>
                      </a:pPr>
                      <a:r>
                        <a:t>3社が各1,000億円、総額3,000億円</a:t>
                      </a:r>
                    </a:p>
                  </a:txBody>
                  <a:tcPr>
                    <a:solidFill>
                      <a:srgbClr val="FFFFFF"/>
                    </a:solidFill>
                  </a:tcPr>
                </a:tc>
              </a:tr>
              <a:tr h="502920">
                <a:tc>
                  <a:txBody>
                    <a:bodyPr/>
                    <a:lstStyle/>
                    <a:p>
                      <a:pPr>
                        <a:defRPr sz="1200">
                          <a:solidFill>
                            <a:srgbClr val="1C2230"/>
                          </a:solidFill>
                          <a:latin typeface="Yu Gothic"/>
                        </a:defRPr>
                      </a:pPr>
                      <a:r>
                        <a:t>各社の出資比率</a:t>
                      </a:r>
                    </a:p>
                  </a:txBody>
                  <a:tcPr>
                    <a:solidFill>
                      <a:srgbClr val="F1F5FA"/>
                    </a:solidFill>
                  </a:tcPr>
                </a:tc>
                <a:tc>
                  <a:txBody>
                    <a:bodyPr/>
                    <a:lstStyle/>
                    <a:p>
                      <a:pPr>
                        <a:defRPr sz="1200">
                          <a:solidFill>
                            <a:srgbClr val="1C2230"/>
                          </a:solidFill>
                          <a:latin typeface="Yu Gothic"/>
                        </a:defRPr>
                      </a:pPr>
                      <a:r>
                        <a:t>各社2.27%程度になる見通し</a:t>
                      </a:r>
                    </a:p>
                  </a:txBody>
                  <a:tcPr>
                    <a:solidFill>
                      <a:srgbClr val="F1F5FA"/>
                    </a:solidFill>
                  </a:tcPr>
                </a:tc>
              </a:tr>
              <a:tr h="502920">
                <a:tc>
                  <a:txBody>
                    <a:bodyPr/>
                    <a:lstStyle/>
                    <a:p>
                      <a:pPr>
                        <a:defRPr sz="1200">
                          <a:solidFill>
                            <a:srgbClr val="1C2230"/>
                          </a:solidFill>
                          <a:latin typeface="Yu Gothic"/>
                        </a:defRPr>
                      </a:pPr>
                      <a:r>
                        <a:t>出資方法</a:t>
                      </a:r>
                    </a:p>
                  </a:txBody>
                  <a:tcPr>
                    <a:solidFill>
                      <a:srgbClr val="FFFFFF"/>
                    </a:solidFill>
                  </a:tcPr>
                </a:tc>
                <a:tc>
                  <a:txBody>
                    <a:bodyPr/>
                    <a:lstStyle/>
                    <a:p>
                      <a:pPr>
                        <a:defRPr sz="1200">
                          <a:solidFill>
                            <a:srgbClr val="1C2230"/>
                          </a:solidFill>
                          <a:latin typeface="Yu Gothic"/>
                        </a:defRPr>
                      </a:pPr>
                      <a:r>
                        <a:t>セブン&amp;アイが保有する自己株式(約1.4億株)を3社に割り当て</a:t>
                      </a:r>
                    </a:p>
                  </a:txBody>
                  <a:tcPr>
                    <a:solidFill>
                      <a:srgbClr val="FFFFFF"/>
                    </a:solidFill>
                  </a:tcPr>
                </a:tc>
              </a:tr>
              <a:tr h="502920">
                <a:tc>
                  <a:txBody>
                    <a:bodyPr/>
                    <a:lstStyle/>
                    <a:p>
                      <a:pPr>
                        <a:defRPr sz="1200">
                          <a:solidFill>
                            <a:srgbClr val="1C2230"/>
                          </a:solidFill>
                          <a:latin typeface="Yu Gothic"/>
                        </a:defRPr>
                      </a:pPr>
                      <a:r>
                        <a:t>払込予定</a:t>
                      </a:r>
                    </a:p>
                  </a:txBody>
                  <a:tcPr>
                    <a:solidFill>
                      <a:srgbClr val="F1F5FA"/>
                    </a:solidFill>
                  </a:tcPr>
                </a:tc>
                <a:tc>
                  <a:txBody>
                    <a:bodyPr/>
                    <a:lstStyle/>
                    <a:p>
                      <a:pPr>
                        <a:defRPr sz="1200">
                          <a:solidFill>
                            <a:srgbClr val="1C2230"/>
                          </a:solidFill>
                          <a:latin typeface="Yu Gothic"/>
                        </a:defRPr>
                      </a:pPr>
                      <a:r>
                        <a:t>2026年8月中旬に完了予定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AI・ロボット活用の検討領域</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清掃</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店舗清掃の負担軽減</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ソフトバンクのロボット技術活用を検討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商品補充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棚卸し・補充作業の効率化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AI・ロボットで負担軽減を検討</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データ分析</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来店頻度・購買傾向の分析</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両社のデータをAIで分析し効率化</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AIによるデータ活用の仕組み(概念図)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セブン-イレブン約2.2万店・1日来店者200万人分のデータ</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購買履歴・来店頻度等</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PayPay利用者7,500万人・1日約3,000万件のデータ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決済履歴等</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AIエンジンが学習し個別最適化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利用者ごとの提案・クーポン配信等</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両社の膨大なデータをAIエンジンが学習する構想</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“リアルとデジタルがシームレスにつながる新しいお客様体験を創出していく。”</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スティーブ・デイカス氏(セブン&amp;アイ代表取締役社長兼CEO、意訳)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同時発表された自社株買い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¥400B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発行済株式の9.07%・2億1,000万株を上限とする自社株買い(2026年8月3日実施)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ロイター経由(2026-07-31発表)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今後のスケジュール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2026年7月31日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資本業務提携・自社株買いを発表</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2026年8月3日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東証の自己株式立会外買付取引(ToSTNeT-3)で自社株買いを実施</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2026年8月中旬</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3社からの出資払込が完了予定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ポイントプログラムの変化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これまで</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会員基盤は『7iD』</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ポイントは『セブンマイル』</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PayPayとは別のID体系</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統合後</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会員基盤は『PayPay ID』に統合</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『PayPayポイント』『Vポイント』が使えるように</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1億人超の共通ID基盤に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本テーマの発表日は2026年7月31日で、着手日(2026-08-03)の3日前である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`docs/06_Content_R&amp;D.md`の鮮度基準(前日以内)にはわずかに届かない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round45・round46で続いていた5〜13日の鮮度妥協より大幅に改善している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内容自体は複数の独立したメディアが同じ内容を報じており、事実確認は行っている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各社の適時開示資料の原文全体</a:t>
                      </a:r>
                    </a:p>
                  </a:txBody>
                  <a:tcPr>
                    <a:solidFill>
                      <a:srgbClr val="FFFFFF"/>
                    </a:solidFill>
                  </a:tcPr>
                </a:tc>
                <a:tc>
                  <a:txBody>
                    <a:bodyPr/>
                    <a:lstStyle/>
                    <a:p>
                      <a:pPr>
                        <a:defRPr sz="1200">
                          <a:solidFill>
                            <a:srgbClr val="1C2230"/>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C2230"/>
                          </a:solidFill>
                          <a:latin typeface="Yu Gothic"/>
                        </a:defRPr>
                      </a:pPr>
                      <a:r>
                        <a:t>AI・ロボット技術の具体的な導入時期・対象店舗数</a:t>
                      </a:r>
                    </a:p>
                  </a:txBody>
                  <a:tcPr>
                    <a:solidFill>
                      <a:srgbClr val="F1F5FA"/>
                    </a:solidFill>
                  </a:tcPr>
                </a:tc>
                <a:tc>
                  <a:txBody>
                    <a:bodyPr/>
                    <a:lstStyle/>
                    <a:p>
                      <a:pPr>
                        <a:defRPr sz="1200">
                          <a:solidFill>
                            <a:srgbClr val="1C2230"/>
                          </a:solidFill>
                          <a:latin typeface="Yu Gothic"/>
                        </a:defRPr>
                      </a:pPr>
                      <a:r>
                        <a:t>非公表・未確認</a:t>
                      </a:r>
                    </a:p>
                  </a:txBody>
                  <a:tcPr>
                    <a:solidFill>
                      <a:srgbClr val="F1F5FA"/>
                    </a:solidFill>
                  </a:tcPr>
                </a:tc>
              </a:tr>
              <a:tr h="502920">
                <a:tc>
                  <a:txBody>
                    <a:bodyPr/>
                    <a:lstStyle/>
                    <a:p>
                      <a:pPr>
                        <a:defRPr sz="1200">
                          <a:solidFill>
                            <a:srgbClr val="1C2230"/>
                          </a:solidFill>
                          <a:latin typeface="Yu Gothic"/>
                        </a:defRPr>
                      </a:pPr>
                      <a:r>
                        <a:t>各社の出資比率(2.27%程度)の正確な算出根拠</a:t>
                      </a:r>
                    </a:p>
                  </a:txBody>
                  <a:tcPr>
                    <a:solidFill>
                      <a:srgbClr val="FFFFFF"/>
                    </a:solidFill>
                  </a:tcPr>
                </a:tc>
                <a:tc>
                  <a:txBody>
                    <a:bodyPr/>
                    <a:lstStyle/>
                    <a:p>
                      <a:pPr>
                        <a:defRPr sz="1200">
                          <a:solidFill>
                            <a:srgbClr val="1C2230"/>
                          </a:solidFill>
                          <a:latin typeface="Yu Gothic"/>
                        </a:defRPr>
                      </a:pPr>
                      <a:r>
                        <a:t>非公表・未確認</a:t>
                      </a:r>
                    </a:p>
                  </a:txBody>
                  <a:tcPr>
                    <a:solidFill>
                      <a:srgbClr val="FFFFFF"/>
                    </a:solidFill>
                  </a:tcPr>
                </a:tc>
              </a:tr>
              <a:tr h="502920">
                <a:tc>
                  <a:txBody>
                    <a:bodyPr/>
                    <a:lstStyle/>
                    <a:p>
                      <a:pPr>
                        <a:defRPr sz="1200">
                          <a:solidFill>
                            <a:srgbClr val="1C2230"/>
                          </a:solidFill>
                          <a:latin typeface="Yu Gothic"/>
                        </a:defRPr>
                      </a:pPr>
                      <a:r>
                        <a:t>セブンマイルから新ポイントへの移行スケジュール</a:t>
                      </a:r>
                    </a:p>
                  </a:txBody>
                  <a:tcPr>
                    <a:solidFill>
                      <a:srgbClr val="F1F5FA"/>
                    </a:solidFill>
                  </a:tcPr>
                </a:tc>
                <a:tc>
                  <a:txBody>
                    <a:bodyPr/>
                    <a:lstStyle/>
                    <a:p>
                      <a:pPr>
                        <a:defRPr sz="1200">
                          <a:solidFill>
                            <a:srgbClr val="1C2230"/>
                          </a:solidFill>
                          <a:latin typeface="Yu Gothic"/>
                        </a:defRPr>
                      </a:pPr>
                      <a:r>
                        <a:t>非公表・未確認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AI活用についての正直な補足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AI・ロボット活用について、あわせてお伝えしたい点です。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AI・ロボット活用は『検討』の段階であり、導入が確定した事実ではない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具体的にどの技術がいつから使われるかは、まだ発表されていない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本テーマでは、発表されている構想の範囲を超えて断定的に伝えていない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実際の導入状況は、今後の続報を確認する必要がある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セブン-イレブンの規模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2.2万店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国内のセブン-イレブン店舗数、1日来店者数200万人(PayPay CEOコメントより)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ケータイWatch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この提携が示唆すること(合理的推測)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小売業界のデータ活用競争</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巨大なポイント経済圏同士の競争が激化する可能性がある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店舗業務のAI化の広がり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人手不足対応としてAI・ロボット活用が他社にも広がる可能性がある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決済・ポイントの統合加速</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異業種間でのID統合の動きが今後も続く可能性がある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自社株買いの大きな方針との関係(概念図)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2兆円規模の自己株取得方針(既存)</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2025年度に6,000億円実施済み</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今回の4,000億円(2026年8月3日実施)</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残り1兆4,000億円の一部</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今後も継続予定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2026年度以降も取得を継続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今回の自社株買いは、既存の大きな方針の一部と位置づけられる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会員基盤がPayPay IDに統合される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3社が資本参加し2.27%程度の株主に</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AI・ロボット活用の検討が始まった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変わらないこと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セブン-イレブンの店舗運営自体は継続</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自己株取得の大きな方針は従来通り</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AI・ロボットの具体的な導入時期は未定のまま</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B3A55"/>
                    </a:solidFill>
                  </a:tcPr>
                </a:tc>
                <a:tc>
                  <a:txBody>
                    <a:bodyPr/>
                    <a:lstStyle/>
                    <a:p>
                      <a:pPr>
                        <a:defRPr sz="1300" b="1">
                          <a:solidFill>
                            <a:srgbClr val="FFFFFF"/>
                          </a:solidFill>
                          <a:latin typeface="Yu Gothic"/>
                        </a:defRPr>
                      </a:pPr>
                      <a:r>
                        <a:t>本テーマ セブン&amp;アイ提携</a:t>
                      </a:r>
                    </a:p>
                  </a:txBody>
                  <a:tcPr>
                    <a:solidFill>
                      <a:srgbClr val="2B3A55"/>
                    </a:solidFill>
                  </a:tcPr>
                </a:tc>
                <a:tc>
                  <a:txBody>
                    <a:bodyPr/>
                    <a:lstStyle/>
                    <a:p>
                      <a:pPr>
                        <a:defRPr sz="1300" b="1">
                          <a:solidFill>
                            <a:srgbClr val="FFFFFF"/>
                          </a:solidFill>
                          <a:latin typeface="Yu Gothic"/>
                        </a:defRPr>
                      </a:pPr>
                      <a:r>
                        <a:t>既存テーマとの違い</a:t>
                      </a:r>
                    </a:p>
                  </a:txBody>
                  <a:tcPr>
                    <a:solidFill>
                      <a:srgbClr val="2B3A55"/>
                    </a:solidFill>
                  </a:tcPr>
                </a:tc>
              </a:tr>
              <a:tr h="502920">
                <a:tc>
                  <a:txBody>
                    <a:bodyPr/>
                    <a:lstStyle/>
                    <a:p>
                      <a:pPr>
                        <a:defRPr sz="1200">
                          <a:solidFill>
                            <a:srgbClr val="1C2230"/>
                          </a:solidFill>
                          <a:latin typeface="Yu Gothic"/>
                        </a:defRPr>
                      </a:pPr>
                      <a:r>
                        <a:t>業界</a:t>
                      </a:r>
                    </a:p>
                  </a:txBody>
                  <a:tcPr>
                    <a:solidFill>
                      <a:srgbClr val="FFFFFF"/>
                    </a:solidFill>
                  </a:tcPr>
                </a:tc>
                <a:tc>
                  <a:txBody>
                    <a:bodyPr/>
                    <a:lstStyle/>
                    <a:p>
                      <a:pPr>
                        <a:defRPr sz="1200">
                          <a:solidFill>
                            <a:srgbClr val="1C2230"/>
                          </a:solidFill>
                          <a:latin typeface="Yu Gothic"/>
                        </a:defRPr>
                      </a:pPr>
                      <a:r>
                        <a:t>小売(コンビニ)×決済×通信</a:t>
                      </a:r>
                    </a:p>
                  </a:txBody>
                  <a:tcPr>
                    <a:solidFill>
                      <a:srgbClr val="FFFFFF"/>
                    </a:solidFill>
                  </a:tcPr>
                </a:tc>
                <a:tc>
                  <a:txBody>
                    <a:bodyPr/>
                    <a:lstStyle/>
                    <a:p>
                      <a:pPr>
                        <a:defRPr sz="1200">
                          <a:solidFill>
                            <a:srgbClr val="1C2230"/>
                          </a:solidFill>
                          <a:latin typeface="Yu Gothic"/>
                        </a:defRPr>
                      </a:pPr>
                      <a:r>
                        <a:t>これまでのAI関連テーマはスタートアップ・テック企業間の関係が中心</a:t>
                      </a:r>
                    </a:p>
                  </a:txBody>
                  <a:tcPr>
                    <a:solidFill>
                      <a:srgbClr val="FFFFFF"/>
                    </a:solidFill>
                  </a:tcPr>
                </a:tc>
              </a:tr>
              <a:tr h="502920">
                <a:tc>
                  <a:txBody>
                    <a:bodyPr/>
                    <a:lstStyle/>
                    <a:p>
                      <a:pPr>
                        <a:defRPr sz="1200">
                          <a:solidFill>
                            <a:srgbClr val="1C2230"/>
                          </a:solidFill>
                          <a:latin typeface="Yu Gothic"/>
                        </a:defRPr>
                      </a:pPr>
                      <a:r>
                        <a:t>切り口</a:t>
                      </a:r>
                    </a:p>
                  </a:txBody>
                  <a:tcPr>
                    <a:solidFill>
                      <a:srgbClr val="F1F5FA"/>
                    </a:solidFill>
                  </a:tcPr>
                </a:tc>
                <a:tc>
                  <a:txBody>
                    <a:bodyPr/>
                    <a:lstStyle/>
                    <a:p>
                      <a:pPr>
                        <a:defRPr sz="1200">
                          <a:solidFill>
                            <a:srgbClr val="1C2230"/>
                          </a:solidFill>
                          <a:latin typeface="Yu Gothic"/>
                        </a:defRPr>
                      </a:pPr>
                      <a:r>
                        <a:t>国内の身近な企業を扱う資本提携</a:t>
                      </a:r>
                    </a:p>
                  </a:txBody>
                  <a:tcPr>
                    <a:solidFill>
                      <a:srgbClr val="F1F5FA"/>
                    </a:solidFill>
                  </a:tcPr>
                </a:tc>
                <a:tc>
                  <a:txBody>
                    <a:bodyPr/>
                    <a:lstStyle/>
                    <a:p>
                      <a:pPr>
                        <a:defRPr sz="1200">
                          <a:solidFill>
                            <a:srgbClr val="1C2230"/>
                          </a:solidFill>
                          <a:latin typeface="Yu Gothic"/>
                        </a:defRPr>
                      </a:pPr>
                      <a:r>
                        <a:t>海外テック企業中心だったこれまでのテーマとの差別化</a:t>
                      </a:r>
                    </a:p>
                  </a:txBody>
                  <a:tcPr>
                    <a:solidFill>
                      <a:srgbClr val="F1F5FA"/>
                    </a:solidFill>
                  </a:tcPr>
                </a:tc>
              </a:tr>
              <a:tr h="502920">
                <a:tc>
                  <a:txBody>
                    <a:bodyPr/>
                    <a:lstStyle/>
                    <a:p>
                      <a:pPr>
                        <a:defRPr sz="1200">
                          <a:solidFill>
                            <a:srgbClr val="1C2230"/>
                          </a:solidFill>
                          <a:latin typeface="Yu Gothic"/>
                        </a:defRPr>
                      </a:pPr>
                      <a:r>
                        <a:t>重複確認</a:t>
                      </a:r>
                    </a:p>
                  </a:txBody>
                  <a:tcPr>
                    <a:solidFill>
                      <a:srgbClr val="FFFFFF"/>
                    </a:solidFill>
                  </a:tcPr>
                </a:tc>
                <a:tc>
                  <a:txBody>
                    <a:bodyPr/>
                    <a:lstStyle/>
                    <a:p>
                      <a:pPr>
                        <a:defRPr sz="1200">
                          <a:solidFill>
                            <a:srgbClr val="1C2230"/>
                          </a:solidFill>
                          <a:latin typeface="Yu Gothic"/>
                        </a:defRPr>
                      </a:pPr>
                      <a:r>
                        <a:t>既存77テーマにセブン&amp;アイ関連のテーマはない</a:t>
                      </a:r>
                    </a:p>
                  </a:txBody>
                  <a:tcPr>
                    <a:solidFill>
                      <a:srgbClr val="FFFFFF"/>
                    </a:solidFill>
                  </a:tcPr>
                </a:tc>
                <a:tc>
                  <a:txBody>
                    <a:bodyPr/>
                    <a:lstStyle/>
                    <a:p>
                      <a:pPr>
                        <a:defRPr sz="1200">
                          <a:solidFill>
                            <a:srgbClr val="1C2230"/>
                          </a:solidFill>
                          <a:latin typeface="Yu Gothic"/>
                        </a:defRPr>
                      </a:pPr>
                      <a:r>
                        <a:t>差別化できる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会員IDの統合という身近な変化ほど、実際にいつ・どう変わるかを確認する価値がある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『AI活用』という言葉が、まだ検討段階なのか確定した導入なのかを見分ける姿勢が大切</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資本提携と自社株買いが同時発表される場合、それぞれの狙いを分けて理解するとよい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『単純合算』という数字は、重複を含む可能性がある点も踏まえて読むとよい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¥300B / 1億人超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3社から総額3,000億円の出資、統合後のID数は単純合算で1億人超(2026-07-31発表)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本編のまとめ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“長期的な顧客生涯価値の向上を目指す。”</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中山一郎氏(PayPay CEO)の発言の趣旨(意訳)</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ポイント移行の詳細</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セブンマイルから新ポイントへの具体的な移行時期</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AI・ロボット導入の実態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実際にどの店舗でいつから導入されるか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他社の追随</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他の小売大手が同様の提携を模索するか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今回のサイクルの2テーマを振り返る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77本目と本テーマ、今回の2つのテーマを整理します。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77本目は、海外AI企業の安全性インシデントの話題だった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本テーマは、国内の身近な企業(コンビニ)の資本提携・AI活用の話題だった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海外・国内、どちらの切り口でもAIが重要なキーワードになっている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AIの活用範囲が、研究・セキュリティから日常の買い物にまで広がっていることがうかがえる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日本経済新聞・ITmedia・ケータイWatch ほか(2026-07-31発表)｜定期実行78本目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身近なサービスの変化ほど、丁寧に確認する。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会員IDやポイントプログラムの変更は生活に直結します。次に似た発表を見るときも、いつ・何がどう変わるのか確認する視点を持ってみてください。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