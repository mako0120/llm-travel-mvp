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2026年8月17日、LINEヤフーはAIエージェント『Agent i』内に新機能カテゴリ『エキスパートAI』の提供を開始しました。開放的なWeb全体を平均化した回答ではなく、特定の実名の専門家1人が公開した知見だけに基づいて回答する新しいタイプのAIです。第1弾は料理研究家ふらお氏のレシピAI。今日はこの内容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結論から確認します。LINEヤフーはAIエージェント『Agent i』内に、特定の実名専門家1人が公開した知見だけに基づいて回答する新機能カテゴリ『エキスパートAI』を開始しました。第1弾は料理研究家ふらお氏の知見に基づく『ふらおレシピ』です。ここから内容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エキスパートAIの仕組みから、ふらお氏との関係、提供概要の数字、確認できていないことまで、正確に出典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実名専門家1人の知見だけに基づく』という設計思想が他のAIとの明確な違いになっています。専門家本人が知見の活用を承認し設計にも協力した点も、安心材料として見どこ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本題に入る前に前提を確認します。AIエージェントとは、状況に応じて具体的な提案まで行うAIの総称です。『Agent i』はLINEヤフーが提供するAIエージェントサービスの名称で、今回はそこに追加された新機能カテゴリに焦点を当てます。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キスパートAI』の定義を確認します。開放的なWeb全体を平均化した回答ではなく、特定の実名専門家1人が公開した知見だけに基づいて回答する、新しいタイプのAIエージェントです。第1弾が『ふらおレシピ』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AI回答とエキスパートAIの回答を並べて確認します。従来はWeb全体を平均化した回答が一般的ですが、エキスパートAIは特定の実名専門家1人の知見だけに基づき、本人が活用を承認しているという違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第1弾の専門家、ふらお氏について確認します。料理研究家であり、Yahoo!ニュース エキスパートに参加しています。自身の知見の活用を承認し、エージェントの設計にも協力しました。実在人物のため、本資料では写真・肖像は使用せずテキストのみで扱います。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第1弾のサービス名は『ふらおレシピ』です。料理研究家ふらお氏が公開した知見に基づいて構成されています。次に、実際の使い方の流れを確認します。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の流れです。『今日は考えたくない』『冷蔵庫に豚ひき肉とキャベツがある』等の条件を選ぶと、ふらお氏が公開した記事・レシピに基づいてレシピが提案されます。詳しい手順やコツを知るための元記事へのリンクも示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の具体例です。『今日は考えたくない』という気分の条件でも、『冷蔵庫に豚ひき肉とキャベツがある』という食材の条件でも提案を受けられます。提案結果には、ふらお氏本人が書いた元記事へのリンクが付き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提供概要を一覧にしました。提供元はLINEヤフー株式会社、サービスはAgent i内の新機能カテゴリ『エキスパートAI』、第1弾はふらおレシピです。提供開始日は2026年8月17日、提供終了日は2026年9月30日と案内されています。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提供開始日です。2026年8月17日にエキスパートAIおよび第1弾のふらおレシピの提供が始まりました。次に、提供終了日を確認します。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提供終了日です。現時点では2026年9月30日までのサービス提供期間と案内されています。この日以降どうなるかは本調査の範囲では確認できていません。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関係を図にしました。LINEヤフーの『Agent i』がエキスパートAIというカテゴリを提供し、ふらお氏が知見の活用を承認・設計に協力し、利用者は条件を選ぶとレシピ提案と元記事リンクを受け取ります。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ふらお氏本人の関与を正確に確認します。自身の知見の活用を承認し、エージェントの設計にも協力したことが確認されています。ただし具体的な報酬・契約条件は本調査の範囲では確認できておらず、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使い方でわかる特徴です。状況に合わせた条件選択型であること、元記事リンクが付くこと、情報源がふらお氏の公開コンテンツに限定され明確であることの3点です。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定の専門家1人』という設計が意味することを確認します。情報源が単一の実名専門家に限定されているため、提案の出どころが明確になります。ただし実際の使いやすさ・評価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確認した出典を一覧にしました。LINEヤフー自身の公式発表を含む5つの情報源で、内容が一致していることを確認しています。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情報源の一致を数字で確認します。LINEヤフー自身の公式発表を含む5つの情報源で内容が一致していることを確認しています。次に、このニュースが読者にとって何を意味するかを見ていきます。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専門家の知見だけに基づくAIという新しい選択肢が登場したことに意味があります。試す場合は提供期間を確認することが推奨されますが、今後の拡大予定は確認できておらず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視聴者にとっての実践的な示唆をまとめました。料理に関心がある人として、情報の受け手として、発信する立場として、それぞれで意識したい点です。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本資料の立場を確認します。LINEヤフーの新機能を紹介していますが、利用を強く推奨する内容ではなく、中立的な事実整理として構成しています。日付・内容は出典どおり正確に扱っています。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確認できていないことを正直にお伝えします。エキスパートAIカテゴリが今後拡大されるかどうか・その時期、ふらお氏への報酬・契約条件の詳細は、本調査の範囲では確認できていません。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引き続き確認できていないことをお伝えします。提供終了日以降の扱いや利用実績の具体的な数字は、本調査の範囲では確認できていません。断定的な数字は使いません。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確認できていないことを一覧にしました。数字や予定を推測で埋めず、正直に不明として扱っています。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見出しの印象と実際の内容にはギャップが生まれがちです。確認できているのは第1弾のふらおレシピ1件のみで、拡大予定や報酬・契約条件の詳細は本調査の範囲では確認できていません。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本テーマの鮮度を数字で確認します。発表は着手日の前日にあたる2026年8月17日でした。着手日を含めて2日以内という当社の基準を満たしています。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今回整理した数字・日付を一覧にしました。提供開始日は2026年8月17日、提供終了日は2026年9月30日、第1弾の対象はふらお氏、確認した情報源は5媒体です。いずれも出典どおり正確に扱っています。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LINEヤフーが2026年8月17日に開始した『エキスパートAI』、第1弾のふらおレシピについてお伝えしました。日付・内容は出典どおり正確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AIが「専門家1人」の知見だけを教える。</a:t>
            </a:r>
          </a:p>
          <a:p>
            <a:pPr algn="l">
              <a:lnSpc>
                <a:spcPct val="115000"/>
              </a:lnSpc>
            </a:pPr>
            <a:r>
              <a:rPr sz="4200" b="1">
                <a:solidFill>
                  <a:srgbClr val="FFFFFF"/>
                </a:solidFill>
                <a:latin typeface="Yu Gothic"/>
              </a:rPr>
              <a:t>LINEヤフー『エキスパートAI』開始、</a:t>
            </a:r>
          </a:p>
          <a:p>
            <a:pPr algn="l">
              <a:lnSpc>
                <a:spcPct val="115000"/>
              </a:lnSpc>
            </a:pPr>
            <a:r>
              <a:rPr sz="4200" b="1">
                <a:solidFill>
                  <a:srgbClr val="FFFFFF"/>
                </a:solidFill>
                <a:latin typeface="Yu Gothic"/>
              </a:rPr>
              <a:t>第1弾はふらお氏のレシピAI</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2026年8月17日発表、AIエージェント『Agent i』内の新機能――出典付きで正確に整理する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LINEヤフー株式会社公式プレスリリース(PR TIMES/lycorp.co.jp)・Impress Watch・Yahoo!ニュース(Impress Watch配信)・TechTimes・VOIX(いずれも2026年8月17日)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専門家1人の知見だけに基づくAI</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LINEヤフーが新機能カテゴリ『エキスパートAI』を開始。第1弾は料理研究家ふらお氏の『ふらおレシピ』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LINEヤフー株式会社公式プレスリリース(PR TIMES、2026-08-17)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『AIエージェント』『エキスパートAI』の基礎知識</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ふらお氏とは・使い方の流れ</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提供概要を数字で確認する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確認できていないこと・中立的な扱いの補足</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読者への示唆・出典一覧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発表翌日(2026年8月17日発表、着手日8月18日)という鮮度の高い話題である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『Web全体の平均回答』ではなく『実名専門家1人の知見だけ』という設計思想が、他のAIエージェントとの明確な差別化になっている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専門家本人が知見の活用を承認し、設計にも協力したという著作権・同意面の安心材料がある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LINEヤフー公式プレスリリース・Impress Watch(2026-08-17)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『AIエージェント』『Agent i』とは(初心者向け)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本題に入る前に、前提を確認します。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AIエージェントとは、質問に答えるだけでなく、利用者の条件・状況に応じて具体的な提案まで行うAIの総称である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『Agent i』はLINEヤフーが提供するAIエージェントサービスの名称である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本資料では『Agent i』全体の機能一覧までは扱わず、今回追加された新機能カテゴリに焦点を当てる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『エキスパートAI』とは何か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開放的なWeb全体を平均化した回答ではなく、特定の実名専門家1人が公開した知見・作品のみに基づいて回答する新しいタイプのAIエージェントである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従来の生成AIが幅広い情報源を横断して回答を作るのに対し、情報源を特定個人の公開コンテンツに絞る設計である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第1弾として提供が始まったのが『ふらおレシピ』である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LINEヤフー株式会社公式プレスリリース(PR TIMES、2026-08-17)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従来のAI回答 / エキスパートAIの回答</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従来の生成AIの回答</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Web全体の情報を平均化して回答を生成する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情報源は不特定多数で、個々の執筆者の同意を前提としない設計が一般的である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エキスパートAIの回答</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特定の実名専門家1人が公開した知見・作品のみに基づいて回答する</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専門家本人が知見の活用を承認している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ふらお氏とは(初心者向け)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第1弾の専門家について確認します。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料理研究家であり、Yahoo!ニュース エキスパートに参加している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自身の知見(記事・レシピ)の活用をLINEヤフーに承認し、エージェントの設計にも協力した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本資料ではふらお氏の詳しい経歴までは扱わず、今回の『ふらおレシピ』に焦点を当てる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LINEヤフー株式会社公式プレスリリース(PR TIMES、2026-08-17)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第1弾は「ふらおレシピ」</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ふらおレシピ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料理研究家ふらお氏の知見に基づく、エキスパートAI第1弾のサービス名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LINEヤフー株式会社公式プレスリリース(PR TIMES、2026-08-17)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使い方の流れ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条件を選ぶ</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『今日は考えたくない』『冷蔵庫に豚ひき肉とキャベツがある』等の条件を選ぶ</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レシピが提案される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ふらお氏が公開した記事・レシピに基づいてAIがレシピを提案する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元記事のリンクが提示される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詳しい手順・コツを知るための元記事へのリンクが示される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使い方の具体例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条件例1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気分で選ぶ</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『今日は考えたくない』というシンプルな条件でもレシピを提案できる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条件例2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食材で選ぶ</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『冷蔵庫に豚ひき肉とキャベツがある』等、手持ちの食材を条件に指定できる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提案結果</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元記事リンク付き</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提案されたレシピには、ふらお氏本人が書いた元記事へのリンクが付く</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提供概要一覧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提供元</a:t>
                      </a:r>
                    </a:p>
                  </a:txBody>
                  <a:tcPr>
                    <a:solidFill>
                      <a:srgbClr val="FFFFFF"/>
                    </a:solidFill>
                  </a:tcPr>
                </a:tc>
                <a:tc>
                  <a:txBody>
                    <a:bodyPr/>
                    <a:lstStyle/>
                    <a:p>
                      <a:pPr>
                        <a:defRPr sz="1200">
                          <a:solidFill>
                            <a:srgbClr val="16202E"/>
                          </a:solidFill>
                          <a:latin typeface="Yu Gothic"/>
                        </a:defRPr>
                      </a:pPr>
                      <a:r>
                        <a:t>LINEヤフー株式会社</a:t>
                      </a:r>
                    </a:p>
                  </a:txBody>
                  <a:tcPr>
                    <a:solidFill>
                      <a:srgbClr val="FFFFFF"/>
                    </a:solidFill>
                  </a:tcPr>
                </a:tc>
              </a:tr>
              <a:tr h="502920">
                <a:tc>
                  <a:txBody>
                    <a:bodyPr/>
                    <a:lstStyle/>
                    <a:p>
                      <a:pPr>
                        <a:defRPr sz="1200">
                          <a:solidFill>
                            <a:srgbClr val="16202E"/>
                          </a:solidFill>
                          <a:latin typeface="Yu Gothic"/>
                        </a:defRPr>
                      </a:pPr>
                      <a:r>
                        <a:t>サービス</a:t>
                      </a:r>
                    </a:p>
                  </a:txBody>
                  <a:tcPr>
                    <a:solidFill>
                      <a:srgbClr val="F2F6FA"/>
                    </a:solidFill>
                  </a:tcPr>
                </a:tc>
                <a:tc>
                  <a:txBody>
                    <a:bodyPr/>
                    <a:lstStyle/>
                    <a:p>
                      <a:pPr>
                        <a:defRPr sz="1200">
                          <a:solidFill>
                            <a:srgbClr val="16202E"/>
                          </a:solidFill>
                          <a:latin typeface="Yu Gothic"/>
                        </a:defRPr>
                      </a:pPr>
                      <a:r>
                        <a:t>AIエージェント『Agent i』内 新機能カテゴリ『エキスパートAI』</a:t>
                      </a:r>
                    </a:p>
                  </a:txBody>
                  <a:tcPr>
                    <a:solidFill>
                      <a:srgbClr val="F2F6FA"/>
                    </a:solidFill>
                  </a:tcPr>
                </a:tc>
              </a:tr>
              <a:tr h="502920">
                <a:tc>
                  <a:txBody>
                    <a:bodyPr/>
                    <a:lstStyle/>
                    <a:p>
                      <a:pPr>
                        <a:defRPr sz="1200">
                          <a:solidFill>
                            <a:srgbClr val="16202E"/>
                          </a:solidFill>
                          <a:latin typeface="Yu Gothic"/>
                        </a:defRPr>
                      </a:pPr>
                      <a:r>
                        <a:t>第1弾</a:t>
                      </a:r>
                    </a:p>
                  </a:txBody>
                  <a:tcPr>
                    <a:solidFill>
                      <a:srgbClr val="FFFFFF"/>
                    </a:solidFill>
                  </a:tcPr>
                </a:tc>
                <a:tc>
                  <a:txBody>
                    <a:bodyPr/>
                    <a:lstStyle/>
                    <a:p>
                      <a:pPr>
                        <a:defRPr sz="1200">
                          <a:solidFill>
                            <a:srgbClr val="16202E"/>
                          </a:solidFill>
                          <a:latin typeface="Yu Gothic"/>
                        </a:defRPr>
                      </a:pPr>
                      <a:r>
                        <a:t>ふらおレシピ(料理研究家ふらお氏の知見に基づく)</a:t>
                      </a:r>
                    </a:p>
                  </a:txBody>
                  <a:tcPr>
                    <a:solidFill>
                      <a:srgbClr val="FFFFFF"/>
                    </a:solidFill>
                  </a:tcPr>
                </a:tc>
              </a:tr>
              <a:tr h="502920">
                <a:tc>
                  <a:txBody>
                    <a:bodyPr/>
                    <a:lstStyle/>
                    <a:p>
                      <a:pPr>
                        <a:defRPr sz="1200">
                          <a:solidFill>
                            <a:srgbClr val="16202E"/>
                          </a:solidFill>
                          <a:latin typeface="Yu Gothic"/>
                        </a:defRPr>
                      </a:pPr>
                      <a:r>
                        <a:t>提供開始日</a:t>
                      </a:r>
                    </a:p>
                  </a:txBody>
                  <a:tcPr>
                    <a:solidFill>
                      <a:srgbClr val="F2F6FA"/>
                    </a:solidFill>
                  </a:tcPr>
                </a:tc>
                <a:tc>
                  <a:txBody>
                    <a:bodyPr/>
                    <a:lstStyle/>
                    <a:p>
                      <a:pPr>
                        <a:defRPr sz="1200">
                          <a:solidFill>
                            <a:srgbClr val="16202E"/>
                          </a:solidFill>
                          <a:latin typeface="Yu Gothic"/>
                        </a:defRPr>
                      </a:pPr>
                      <a:r>
                        <a:t>2026年8月17日</a:t>
                      </a:r>
                    </a:p>
                  </a:txBody>
                  <a:tcPr>
                    <a:solidFill>
                      <a:srgbClr val="F2F6FA"/>
                    </a:solidFill>
                  </a:tcPr>
                </a:tc>
              </a:tr>
              <a:tr h="502920">
                <a:tc>
                  <a:txBody>
                    <a:bodyPr/>
                    <a:lstStyle/>
                    <a:p>
                      <a:pPr>
                        <a:defRPr sz="1200">
                          <a:solidFill>
                            <a:srgbClr val="16202E"/>
                          </a:solidFill>
                          <a:latin typeface="Yu Gothic"/>
                        </a:defRPr>
                      </a:pPr>
                      <a:r>
                        <a:t>提供終了日(予定)</a:t>
                      </a:r>
                    </a:p>
                  </a:txBody>
                  <a:tcPr>
                    <a:solidFill>
                      <a:srgbClr val="FFFFFF"/>
                    </a:solidFill>
                  </a:tcPr>
                </a:tc>
                <a:tc>
                  <a:txBody>
                    <a:bodyPr/>
                    <a:lstStyle/>
                    <a:p>
                      <a:pPr>
                        <a:defRPr sz="1200">
                          <a:solidFill>
                            <a:srgbClr val="16202E"/>
                          </a:solidFill>
                          <a:latin typeface="Yu Gothic"/>
                        </a:defRPr>
                      </a:pPr>
                      <a:r>
                        <a:t>2026年9月30日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LINEヤフー株式会社公式プレスリリース(PR TIMES、2026-08-17)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提供開始日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2026年8月17日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エキスパートAI・ふらおレシピの提供開始日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LINEヤフー株式会社公式プレスリリース(PR TIMES、2026-08-17)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提供終了日(予定)</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2026年9月30日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現時点で案内されているサービス提供期間の終了日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LINEヤフー株式会社公式プレスリリース(PR TIMES、2026-08-17)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エキスパートAIの関係(概念図)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LINEヤフー『Agent i』</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新機能カテゴリ『エキスパートAI』を提供</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ふらお氏</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料理研究家。知見の活用を承認し設計にも協力</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利用者</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条件を選ぶとレシピ提案と元記事リンクを受け取る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特定の専門家1人の知見だけに基づく設計であることが、従来のAIとの違いである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LINEヤフー株式会社公式プレスリリース(PR TIMES、2026-08-17)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ふらお氏本人の関与を正確に扱う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この点を正確に確認します。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ふらお氏本人が、自身の知見(記事・レシピ)の活用を承認している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ふらお氏はエージェントの設計にも協力したことが確認されている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具体的な報酬・契約条件については、本調査の範囲では確認できていない(推測で補わない)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LINEヤフー株式会社公式プレスリリース(PR TIMES、2026-08-17)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使い方でわかる特徴</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条件選択型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『今日は考えたくない』等、状況に合わせた条件を選べる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元記事リンク付き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詳しい手順・コツを知るための元記事へのリンクが提示される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情報源が明確</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ふらお氏が公開した記事・レシピのみに基づく提案である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『特定の専門家1人』という設計が意味すること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この設計思想を確認します。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開放的なWeb全体を平均化した回答ではない設計である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情報源が単一の実名専門家に限定されているため、提案の出どころが明確になる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この設計が実際にどの程度使いやすいか・どう評価されるかは、本調査の範囲では確認できていない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確認した出典一覧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LINEヤフー株式会社公式プレスリリース(PR TIMES/lycorp.co.jp)</a:t>
                      </a:r>
                    </a:p>
                  </a:txBody>
                  <a:tcPr>
                    <a:solidFill>
                      <a:srgbClr val="FFFFFF"/>
                    </a:solidFill>
                  </a:tcPr>
                </a:tc>
                <a:tc>
                  <a:txBody>
                    <a:bodyPr/>
                    <a:lstStyle/>
                    <a:p>
                      <a:pPr>
                        <a:defRPr sz="1200">
                          <a:solidFill>
                            <a:srgbClr val="16202E"/>
                          </a:solidFill>
                          <a:latin typeface="Yu Gothic"/>
                        </a:defRPr>
                      </a:pPr>
                      <a:r>
                        <a:t>エキスパートAI・ふらおレシピの公式発表内容(2026-08-17)</a:t>
                      </a:r>
                    </a:p>
                  </a:txBody>
                  <a:tcPr>
                    <a:solidFill>
                      <a:srgbClr val="FFFFFF"/>
                    </a:solidFill>
                  </a:tcPr>
                </a:tc>
              </a:tr>
              <a:tr h="502920">
                <a:tc>
                  <a:txBody>
                    <a:bodyPr/>
                    <a:lstStyle/>
                    <a:p>
                      <a:pPr>
                        <a:defRPr sz="1200">
                          <a:solidFill>
                            <a:srgbClr val="16202E"/>
                          </a:solidFill>
                          <a:latin typeface="Yu Gothic"/>
                        </a:defRPr>
                      </a:pPr>
                      <a:r>
                        <a:t>Impress Watch</a:t>
                      </a:r>
                    </a:p>
                  </a:txBody>
                  <a:tcPr>
                    <a:solidFill>
                      <a:srgbClr val="F2F6FA"/>
                    </a:solidFill>
                  </a:tcPr>
                </a:tc>
                <a:tc>
                  <a:txBody>
                    <a:bodyPr/>
                    <a:lstStyle/>
                    <a:p>
                      <a:pPr>
                        <a:defRPr sz="1200">
                          <a:solidFill>
                            <a:srgbClr val="16202E"/>
                          </a:solidFill>
                          <a:latin typeface="Yu Gothic"/>
                        </a:defRPr>
                      </a:pPr>
                      <a:r>
                        <a:t>発表内容の報道(2026-08-17)</a:t>
                      </a:r>
                    </a:p>
                  </a:txBody>
                  <a:tcPr>
                    <a:solidFill>
                      <a:srgbClr val="F2F6FA"/>
                    </a:solidFill>
                  </a:tcPr>
                </a:tc>
              </a:tr>
              <a:tr h="502920">
                <a:tc>
                  <a:txBody>
                    <a:bodyPr/>
                    <a:lstStyle/>
                    <a:p>
                      <a:pPr>
                        <a:defRPr sz="1200">
                          <a:solidFill>
                            <a:srgbClr val="16202E"/>
                          </a:solidFill>
                          <a:latin typeface="Yu Gothic"/>
                        </a:defRPr>
                      </a:pPr>
                      <a:r>
                        <a:t>Yahoo!ニュース(Impress Watch配信)</a:t>
                      </a:r>
                    </a:p>
                  </a:txBody>
                  <a:tcPr>
                    <a:solidFill>
                      <a:srgbClr val="FFFFFF"/>
                    </a:solidFill>
                  </a:tcPr>
                </a:tc>
                <a:tc>
                  <a:txBody>
                    <a:bodyPr/>
                    <a:lstStyle/>
                    <a:p>
                      <a:pPr>
                        <a:defRPr sz="1200">
                          <a:solidFill>
                            <a:srgbClr val="16202E"/>
                          </a:solidFill>
                          <a:latin typeface="Yu Gothic"/>
                        </a:defRPr>
                      </a:pPr>
                      <a:r>
                        <a:t>発表内容の報道(2026-08-17)</a:t>
                      </a:r>
                    </a:p>
                  </a:txBody>
                  <a:tcPr>
                    <a:solidFill>
                      <a:srgbClr val="FFFFFF"/>
                    </a:solidFill>
                  </a:tcPr>
                </a:tc>
              </a:tr>
              <a:tr h="502920">
                <a:tc>
                  <a:txBody>
                    <a:bodyPr/>
                    <a:lstStyle/>
                    <a:p>
                      <a:pPr>
                        <a:defRPr sz="1200">
                          <a:solidFill>
                            <a:srgbClr val="16202E"/>
                          </a:solidFill>
                          <a:latin typeface="Yu Gothic"/>
                        </a:defRPr>
                      </a:pPr>
                      <a:r>
                        <a:t>TechTimes</a:t>
                      </a:r>
                    </a:p>
                  </a:txBody>
                  <a:tcPr>
                    <a:solidFill>
                      <a:srgbClr val="F2F6FA"/>
                    </a:solidFill>
                  </a:tcPr>
                </a:tc>
                <a:tc>
                  <a:txBody>
                    <a:bodyPr/>
                    <a:lstStyle/>
                    <a:p>
                      <a:pPr>
                        <a:defRPr sz="1200">
                          <a:solidFill>
                            <a:srgbClr val="16202E"/>
                          </a:solidFill>
                          <a:latin typeface="Yu Gothic"/>
                        </a:defRPr>
                      </a:pPr>
                      <a:r>
                        <a:t>発表内容の報道(2026-08-17)</a:t>
                      </a:r>
                    </a:p>
                  </a:txBody>
                  <a:tcPr>
                    <a:solidFill>
                      <a:srgbClr val="F2F6FA"/>
                    </a:solidFill>
                  </a:tcPr>
                </a:tc>
              </a:tr>
              <a:tr h="502920">
                <a:tc>
                  <a:txBody>
                    <a:bodyPr/>
                    <a:lstStyle/>
                    <a:p>
                      <a:pPr>
                        <a:defRPr sz="1200">
                          <a:solidFill>
                            <a:srgbClr val="16202E"/>
                          </a:solidFill>
                          <a:latin typeface="Yu Gothic"/>
                        </a:defRPr>
                      </a:pPr>
                      <a:r>
                        <a:t>VOIX</a:t>
                      </a:r>
                    </a:p>
                  </a:txBody>
                  <a:tcPr>
                    <a:solidFill>
                      <a:srgbClr val="FFFFFF"/>
                    </a:solidFill>
                  </a:tcPr>
                </a:tc>
                <a:tc>
                  <a:txBody>
                    <a:bodyPr/>
                    <a:lstStyle/>
                    <a:p>
                      <a:pPr>
                        <a:defRPr sz="1200">
                          <a:solidFill>
                            <a:srgbClr val="16202E"/>
                          </a:solidFill>
                          <a:latin typeface="Yu Gothic"/>
                        </a:defRPr>
                      </a:pPr>
                      <a:r>
                        <a:t>発表内容の報道(2026-08-17)</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情報源の一致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5媒体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LINEヤフー公式発表を含む5つの独立した情報源で内容の一致を確認した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本資料の出典一覧参照(2026-08-17)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『専門家の知見だけに基づくAI』という新しい選択肢が登場したことを知っておく意味がある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実際に試す場合は、提供期間(2026年9月30日までと案内されている)を確認することが推奨される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カテゴリの今後の拡大予定は本調査の範囲では確認できておらず、断定しない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料理に関心がある人として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条件を選ぶだけでレシピ提案を受けられる新しい選択肢として試せる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情報の受け手として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情報源が誰かが明確なAI回答という考え方を知っておく視点が役立つ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拡大予定・契約条件など未確認の情報を推測で補わない姿勢が信頼につながる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中立的な事実紹介であることの補足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本資料の立場を確認します。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本資料はLINEヤフーの『エキスパートAI』機能を紹介するものであり、特定サービスの利用を強く推奨する内容ではない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特定企業・製品の宣伝ではなく、中立的な事実整理として構成している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日付・内容は出典どおり正確に扱い、誇張・創作は行っていない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確認できていないこと(1)</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『エキスパートAI』カテゴリが今後、ふらお氏以外の専門家に拡大されるかどうか・その時期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ふらお氏へのレシピ活用に対する具体的な報酬・契約条件</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上記いずれも本調査の範囲では確認できておらず、推測で埋めない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確認できていないこと(2)</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引き続き確認します。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提供終了日(2026年9月30日)以降にサービスがどう扱われるか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エキスパートAIの利用実績・利用者数などの具体的な数字</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上記も本調査の範囲では確認できておらず、断定しない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エキスパートAIカテゴリの今後の拡大予定(専門家の追加等)</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ふらお氏への報酬・契約条件の詳細</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r h="502920">
                <a:tc>
                  <a:txBody>
                    <a:bodyPr/>
                    <a:lstStyle/>
                    <a:p>
                      <a:pPr>
                        <a:defRPr sz="1200">
                          <a:solidFill>
                            <a:srgbClr val="16202E"/>
                          </a:solidFill>
                          <a:latin typeface="Yu Gothic"/>
                        </a:defRPr>
                      </a:pPr>
                      <a:r>
                        <a:t>提供終了日(2026年9月30日)以降の扱い</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利用実績・利用者数等の具体的な数字</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すでに多くの専門家が参加している大規模なサービスだと思ってしまう</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ふらお氏が大きな報酬を得ているに違いないと想像してしまう</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実際に確認できている内容</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確認できているのは第1弾『ふらおレシピ』1件のみで、拡大予定は未確認</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報酬・契約条件の詳細は本調査の範囲では確認できていない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発表(2026年8月17日)は着手日(2026年8月18日)の前日。着手日を含めて2日以内という基準を満たす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今回整理した数字・日付の一覧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提供開始日</a:t>
                      </a:r>
                    </a:p>
                  </a:txBody>
                  <a:tcPr>
                    <a:solidFill>
                      <a:srgbClr val="FFFFFF"/>
                    </a:solidFill>
                  </a:tcPr>
                </a:tc>
                <a:tc>
                  <a:txBody>
                    <a:bodyPr/>
                    <a:lstStyle/>
                    <a:p>
                      <a:pPr>
                        <a:defRPr sz="1200">
                          <a:solidFill>
                            <a:srgbClr val="16202E"/>
                          </a:solidFill>
                          <a:latin typeface="Yu Gothic"/>
                        </a:defRPr>
                      </a:pPr>
                      <a:r>
                        <a:t>2026年8月17日</a:t>
                      </a:r>
                    </a:p>
                  </a:txBody>
                  <a:tcPr>
                    <a:solidFill>
                      <a:srgbClr val="FFFFFF"/>
                    </a:solidFill>
                  </a:tcPr>
                </a:tc>
              </a:tr>
              <a:tr h="502920">
                <a:tc>
                  <a:txBody>
                    <a:bodyPr/>
                    <a:lstStyle/>
                    <a:p>
                      <a:pPr>
                        <a:defRPr sz="1200">
                          <a:solidFill>
                            <a:srgbClr val="16202E"/>
                          </a:solidFill>
                          <a:latin typeface="Yu Gothic"/>
                        </a:defRPr>
                      </a:pPr>
                      <a:r>
                        <a:t>提供終了日(予定)</a:t>
                      </a:r>
                    </a:p>
                  </a:txBody>
                  <a:tcPr>
                    <a:solidFill>
                      <a:srgbClr val="F2F6FA"/>
                    </a:solidFill>
                  </a:tcPr>
                </a:tc>
                <a:tc>
                  <a:txBody>
                    <a:bodyPr/>
                    <a:lstStyle/>
                    <a:p>
                      <a:pPr>
                        <a:defRPr sz="1200">
                          <a:solidFill>
                            <a:srgbClr val="16202E"/>
                          </a:solidFill>
                          <a:latin typeface="Yu Gothic"/>
                        </a:defRPr>
                      </a:pPr>
                      <a:r>
                        <a:t>2026年9月30日</a:t>
                      </a:r>
                    </a:p>
                  </a:txBody>
                  <a:tcPr>
                    <a:solidFill>
                      <a:srgbClr val="F2F6FA"/>
                    </a:solidFill>
                  </a:tcPr>
                </a:tc>
              </a:tr>
              <a:tr h="502920">
                <a:tc>
                  <a:txBody>
                    <a:bodyPr/>
                    <a:lstStyle/>
                    <a:p>
                      <a:pPr>
                        <a:defRPr sz="1200">
                          <a:solidFill>
                            <a:srgbClr val="16202E"/>
                          </a:solidFill>
                          <a:latin typeface="Yu Gothic"/>
                        </a:defRPr>
                      </a:pPr>
                      <a:r>
                        <a:t>第1弾の対象専門家</a:t>
                      </a:r>
                    </a:p>
                  </a:txBody>
                  <a:tcPr>
                    <a:solidFill>
                      <a:srgbClr val="FFFFFF"/>
                    </a:solidFill>
                  </a:tcPr>
                </a:tc>
                <a:tc>
                  <a:txBody>
                    <a:bodyPr/>
                    <a:lstStyle/>
                    <a:p>
                      <a:pPr>
                        <a:defRPr sz="1200">
                          <a:solidFill>
                            <a:srgbClr val="16202E"/>
                          </a:solidFill>
                          <a:latin typeface="Yu Gothic"/>
                        </a:defRPr>
                      </a:pPr>
                      <a:r>
                        <a:t>ふらお氏(料理研究家)</a:t>
                      </a:r>
                    </a:p>
                  </a:txBody>
                  <a:tcPr>
                    <a:solidFill>
                      <a:srgbClr val="FFFFFF"/>
                    </a:solidFill>
                  </a:tcPr>
                </a:tc>
              </a:tr>
              <a:tr h="502920">
                <a:tc>
                  <a:txBody>
                    <a:bodyPr/>
                    <a:lstStyle/>
                    <a:p>
                      <a:pPr>
                        <a:defRPr sz="1200">
                          <a:solidFill>
                            <a:srgbClr val="16202E"/>
                          </a:solidFill>
                          <a:latin typeface="Yu Gothic"/>
                        </a:defRPr>
                      </a:pPr>
                      <a:r>
                        <a:t>確認した情報源の数</a:t>
                      </a:r>
                    </a:p>
                  </a:txBody>
                  <a:tcPr>
                    <a:solidFill>
                      <a:srgbClr val="F2F6FA"/>
                    </a:solidFill>
                  </a:tcPr>
                </a:tc>
                <a:tc>
                  <a:txBody>
                    <a:bodyPr/>
                    <a:lstStyle/>
                    <a:p>
                      <a:pPr>
                        <a:defRPr sz="1200">
                          <a:solidFill>
                            <a:srgbClr val="16202E"/>
                          </a:solidFill>
                          <a:latin typeface="Yu Gothic"/>
                        </a:defRPr>
                      </a:pPr>
                      <a:r>
                        <a:t>5媒体(LINEヤフー公式発表を含む)</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本資料2〜20枚目参照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LINEヤフー株式会社公式プレスリリース(PR TIMES/lycorp.co.jp)・Impress Watch・Yahoo!ニュース(Impress Watch配信)・TechTimes・VOIX(いずれも2026-08-17)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特定の専門家1人の知見だけに基づく、新しいAIエージェント</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LINEヤフーの『エキスパートAI』、第1弾『ふらおレシピ』の内容を出典付きで整理してお届けしました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