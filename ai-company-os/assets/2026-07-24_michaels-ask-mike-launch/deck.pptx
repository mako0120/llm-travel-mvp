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2026年5月のリリース後、最初の数週間で発生した会話数を数字で示す。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主な機能を整理する。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公開されている利用状況を表で整理する。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開発スピードに関する事実を表で示す。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利用体験の違いを対比で見せる。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業種の広がりについて紹介する。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約75,000件の会話を、たった6週間で作ったAIが処理した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米Michaels、Google Cloud「Gemini Enterprise」でAIショッピングアシスタント「Ask Mike」を発表(2026年7月21日)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PRNewswire, Google Cloud Press Corner, PYMNTS(2026-07-21〜24)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Ask Mikeの機能を詳しく見る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AIショッピングアシスタント</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自然な言葉で相談すると、商品を探して提案してくれるAI機能</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Gemini Enterprise</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 Cloudが企業向けに提供するAI基盤サービス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発表企業</a:t>
                      </a:r>
                    </a:p>
                  </a:txBody>
                  <a:tcPr>
                    <a:solidFill>
                      <a:srgbClr val="FFFFFF"/>
                    </a:solidFill>
                  </a:tcPr>
                </a:tc>
                <a:tc>
                  <a:txBody>
                    <a:bodyPr/>
                    <a:lstStyle/>
                    <a:p>
                      <a:pPr>
                        <a:defRPr sz="1200">
                          <a:solidFill>
                            <a:srgbClr val="1C2230"/>
                          </a:solidFill>
                          <a:latin typeface="Yu Gothic"/>
                        </a:defRPr>
                      </a:pPr>
                      <a:r>
                        <a:t>Michaels(米国の手芸・クラフト用品チェーン)</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2026年7月21日</a:t>
                      </a:r>
                    </a:p>
                  </a:txBody>
                  <a:tcPr>
                    <a:solidFill>
                      <a:srgbClr val="F1F5FA"/>
                    </a:solidFill>
                  </a:tcPr>
                </a:tc>
              </a:tr>
              <a:tr h="502920">
                <a:tc>
                  <a:txBody>
                    <a:bodyPr/>
                    <a:lstStyle/>
                    <a:p>
                      <a:pPr>
                        <a:defRPr sz="1200">
                          <a:solidFill>
                            <a:srgbClr val="1C2230"/>
                          </a:solidFill>
                          <a:latin typeface="Yu Gothic"/>
                        </a:defRPr>
                      </a:pPr>
                      <a:r>
                        <a:t>新機能</a:t>
                      </a:r>
                    </a:p>
                  </a:txBody>
                  <a:tcPr>
                    <a:solidFill>
                      <a:srgbClr val="FFFFFF"/>
                    </a:solidFill>
                  </a:tcPr>
                </a:tc>
                <a:tc>
                  <a:txBody>
                    <a:bodyPr/>
                    <a:lstStyle/>
                    <a:p>
                      <a:pPr>
                        <a:defRPr sz="1200">
                          <a:solidFill>
                            <a:srgbClr val="1C2230"/>
                          </a:solidFill>
                          <a:latin typeface="Yu Gothic"/>
                        </a:defRPr>
                      </a:pPr>
                      <a:r>
                        <a:t>AIショッピングアシスタント「Ask Mike」</a:t>
                      </a:r>
                    </a:p>
                  </a:txBody>
                  <a:tcPr>
                    <a:solidFill>
                      <a:srgbClr val="FFFFFF"/>
                    </a:solidFill>
                  </a:tcPr>
                </a:tc>
              </a:tr>
              <a:tr h="502920">
                <a:tc>
                  <a:txBody>
                    <a:bodyPr/>
                    <a:lstStyle/>
                    <a:p>
                      <a:pPr>
                        <a:defRPr sz="1200">
                          <a:solidFill>
                            <a:srgbClr val="1C2230"/>
                          </a:solidFill>
                          <a:latin typeface="Yu Gothic"/>
                        </a:defRPr>
                      </a:pPr>
                      <a:r>
                        <a:t>使用技術</a:t>
                      </a:r>
                    </a:p>
                  </a:txBody>
                  <a:tcPr>
                    <a:solidFill>
                      <a:srgbClr val="F1F5FA"/>
                    </a:solidFill>
                  </a:tcPr>
                </a:tc>
                <a:tc>
                  <a:txBody>
                    <a:bodyPr/>
                    <a:lstStyle/>
                    <a:p>
                      <a:pPr>
                        <a:defRPr sz="1200">
                          <a:solidFill>
                            <a:srgbClr val="1C2230"/>
                          </a:solidFill>
                          <a:latin typeface="Yu Gothic"/>
                        </a:defRPr>
                      </a:pPr>
                      <a:r>
                        <a:t>Google Cloud「Gemini Enterprise for Customer Experience」</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PRNewswire公式プレスリリース(2026-07-21)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最初の数週間の会話数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約75,000件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Michaels公式発表による(2026年7月21日)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PRNewswire公式プレスリリース(2026-07-21)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Ask Mikeの主な機能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自然な言葉で相談</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正確な商品名やカテゴリを知らなくても、作りたいものを言葉で伝えられる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商品の自動提案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内容を解析し、Michaelsのオンライン商品から候補を提案する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Web・アプリで利用可能</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ウェブサイトおよびiOS/Androidアプリで利用できる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Digital Commerce 360(2026-07-22)</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やり取りの内訳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商品探し(product discovery)</a:t>
                      </a:r>
                    </a:p>
                  </a:txBody>
                  <a:tcPr>
                    <a:solidFill>
                      <a:srgbClr val="FFFFFF"/>
                    </a:solidFill>
                  </a:tcPr>
                </a:tc>
                <a:tc>
                  <a:txBody>
                    <a:bodyPr/>
                    <a:lstStyle/>
                    <a:p>
                      <a:pPr>
                        <a:defRPr sz="1200">
                          <a:solidFill>
                            <a:srgbClr val="1C2230"/>
                          </a:solidFill>
                          <a:latin typeface="Yu Gothic"/>
                        </a:defRPr>
                      </a:pPr>
                      <a:r>
                        <a:t>全体の6割以上</a:t>
                      </a:r>
                    </a:p>
                  </a:txBody>
                  <a:tcPr>
                    <a:solidFill>
                      <a:srgbClr val="FFFFFF"/>
                    </a:solidFill>
                  </a:tcPr>
                </a:tc>
              </a:tr>
              <a:tr h="502920">
                <a:tc>
                  <a:txBody>
                    <a:bodyPr/>
                    <a:lstStyle/>
                    <a:p>
                      <a:pPr>
                        <a:defRPr sz="1200">
                          <a:solidFill>
                            <a:srgbClr val="1C2230"/>
                          </a:solidFill>
                          <a:latin typeface="Yu Gothic"/>
                        </a:defRPr>
                      </a:pPr>
                      <a:r>
                        <a:t>利用開始</a:t>
                      </a:r>
                    </a:p>
                  </a:txBody>
                  <a:tcPr>
                    <a:solidFill>
                      <a:srgbClr val="F1F5FA"/>
                    </a:solidFill>
                  </a:tcPr>
                </a:tc>
                <a:tc>
                  <a:txBody>
                    <a:bodyPr/>
                    <a:lstStyle/>
                    <a:p>
                      <a:pPr>
                        <a:defRPr sz="1200">
                          <a:solidFill>
                            <a:srgbClr val="1C2230"/>
                          </a:solidFill>
                          <a:latin typeface="Yu Gothic"/>
                        </a:defRPr>
                      </a:pPr>
                      <a:r>
                        <a:t>2026年5月</a:t>
                      </a:r>
                    </a:p>
                  </a:txBody>
                  <a:tcPr>
                    <a:solidFill>
                      <a:srgbClr val="F1F5FA"/>
                    </a:solidFill>
                  </a:tcPr>
                </a:tc>
              </a:tr>
              <a:tr h="502920">
                <a:tc>
                  <a:txBody>
                    <a:bodyPr/>
                    <a:lstStyle/>
                    <a:p>
                      <a:pPr>
                        <a:defRPr sz="1200">
                          <a:solidFill>
                            <a:srgbClr val="1C2230"/>
                          </a:solidFill>
                          <a:latin typeface="Yu Gothic"/>
                        </a:defRPr>
                      </a:pPr>
                      <a:r>
                        <a:t>提供チャネル</a:t>
                      </a:r>
                    </a:p>
                  </a:txBody>
                  <a:tcPr>
                    <a:solidFill>
                      <a:srgbClr val="FFFFFF"/>
                    </a:solidFill>
                  </a:tcPr>
                </a:tc>
                <a:tc>
                  <a:txBody>
                    <a:bodyPr/>
                    <a:lstStyle/>
                    <a:p>
                      <a:pPr>
                        <a:defRPr sz="1200">
                          <a:solidFill>
                            <a:srgbClr val="1C2230"/>
                          </a:solidFill>
                          <a:latin typeface="Yu Gothic"/>
                        </a:defRPr>
                      </a:pPr>
                      <a:r>
                        <a:t>Webサイト・iOSアプリ・Androidアプリ</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PRNewswire公式プレスリリース(2026-07-21)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Ask Mikeを使う流れ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作りたいものを伝える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「誕生日パーティーの飾り付けをしたい」等、自然な言葉で入力</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AIが内容を解析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Gemini Enterpriseが要望を理解する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商品が提案される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Michaelsのオンライン商品から候補が示される</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Retail Dive(2026-07-24時点)</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開発のスピード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開発期間</a:t>
                      </a:r>
                    </a:p>
                  </a:txBody>
                  <a:tcPr>
                    <a:solidFill>
                      <a:srgbClr val="FFFFFF"/>
                    </a:solidFill>
                  </a:tcPr>
                </a:tc>
                <a:tc>
                  <a:txBody>
                    <a:bodyPr/>
                    <a:lstStyle/>
                    <a:p>
                      <a:pPr>
                        <a:defRPr sz="1200">
                          <a:solidFill>
                            <a:srgbClr val="1C2230"/>
                          </a:solidFill>
                          <a:latin typeface="Yu Gothic"/>
                        </a:defRPr>
                      </a:pPr>
                      <a:r>
                        <a:t>構想から本番稼働まで約6週間</a:t>
                      </a:r>
                    </a:p>
                  </a:txBody>
                  <a:tcPr>
                    <a:solidFill>
                      <a:srgbClr val="FFFFFF"/>
                    </a:solidFill>
                  </a:tcPr>
                </a:tc>
              </a:tr>
              <a:tr h="502920">
                <a:tc>
                  <a:txBody>
                    <a:bodyPr/>
                    <a:lstStyle/>
                    <a:p>
                      <a:pPr>
                        <a:defRPr sz="1200">
                          <a:solidFill>
                            <a:srgbClr val="1C2230"/>
                          </a:solidFill>
                          <a:latin typeface="Yu Gothic"/>
                        </a:defRPr>
                      </a:pPr>
                      <a:r>
                        <a:t>発表主体</a:t>
                      </a:r>
                    </a:p>
                  </a:txBody>
                  <a:tcPr>
                    <a:solidFill>
                      <a:srgbClr val="F1F5FA"/>
                    </a:solidFill>
                  </a:tcPr>
                </a:tc>
                <a:tc>
                  <a:txBody>
                    <a:bodyPr/>
                    <a:lstStyle/>
                    <a:p>
                      <a:pPr>
                        <a:defRPr sz="1200">
                          <a:solidFill>
                            <a:srgbClr val="1C2230"/>
                          </a:solidFill>
                          <a:latin typeface="Yu Gothic"/>
                        </a:defRPr>
                      </a:pPr>
                      <a:r>
                        <a:t>Google Cloud担当者による説明</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PYMNTS(2026-07-24時点)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従来の商品検索とAsk Mikeの違い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従来の商品検索</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正確な商品名を知っている必要がある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カテゴリを絞り込んで探す手間がかかる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Ask Mike</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自然な言葉で目的を伝えるだけでよい</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AIが商品を解析して提案してくれる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実店舗小売業への広がり(参考)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EC以外への広がり</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実店舗を中心とするクラフト用品チェーンでの導入事例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オンライン小売以外の業種でもAI対話型アシスタントの導入が進んでいる例と考えられる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参考: 小売業でのAI活用という流れ(推測)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背景</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商品探しの手間を減らすことで購買につなげたい狙いがあると考えられる(推測)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狙い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実店舗小売がEC企業のAI活用に追随する動きの一環と考えられる(推測)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出典の確認結果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複数情報源で2026年7月21日と一致</a:t>
                      </a:r>
                    </a:p>
                  </a:txBody>
                  <a:tcPr>
                    <a:solidFill>
                      <a:srgbClr val="FFFFFF"/>
                    </a:solidFill>
                  </a:tcPr>
                </a:tc>
              </a:tr>
              <a:tr h="502920">
                <a:tc>
                  <a:txBody>
                    <a:bodyPr/>
                    <a:lstStyle/>
                    <a:p>
                      <a:pPr>
                        <a:defRPr sz="1200">
                          <a:solidFill>
                            <a:srgbClr val="1C2230"/>
                          </a:solidFill>
                          <a:latin typeface="Yu Gothic"/>
                        </a:defRPr>
                      </a:pPr>
                      <a:r>
                        <a:t>会話数・利用割合</a:t>
                      </a:r>
                    </a:p>
                  </a:txBody>
                  <a:tcPr>
                    <a:solidFill>
                      <a:srgbClr val="F1F5FA"/>
                    </a:solidFill>
                  </a:tcPr>
                </a:tc>
                <a:tc>
                  <a:txBody>
                    <a:bodyPr/>
                    <a:lstStyle/>
                    <a:p>
                      <a:pPr>
                        <a:defRPr sz="1200">
                          <a:solidFill>
                            <a:srgbClr val="1C2230"/>
                          </a:solidFill>
                          <a:latin typeface="Yu Gothic"/>
                        </a:defRPr>
                      </a:pPr>
                      <a:r>
                        <a:t>PRNewswire公式発表で確認</a:t>
                      </a:r>
                    </a:p>
                  </a:txBody>
                  <a:tcPr>
                    <a:solidFill>
                      <a:srgbClr val="F1F5FA"/>
                    </a:solidFill>
                  </a:tcPr>
                </a:tc>
              </a:tr>
              <a:tr h="502920">
                <a:tc>
                  <a:txBody>
                    <a:bodyPr/>
                    <a:lstStyle/>
                    <a:p>
                      <a:pPr>
                        <a:defRPr sz="1200">
                          <a:solidFill>
                            <a:srgbClr val="1C2230"/>
                          </a:solidFill>
                          <a:latin typeface="Yu Gothic"/>
                        </a:defRPr>
                      </a:pPr>
                      <a:r>
                        <a:t>開発期間</a:t>
                      </a:r>
                    </a:p>
                  </a:txBody>
                  <a:tcPr>
                    <a:solidFill>
                      <a:srgbClr val="FFFFFF"/>
                    </a:solidFill>
                  </a:tcPr>
                </a:tc>
                <a:tc>
                  <a:txBody>
                    <a:bodyPr/>
                    <a:lstStyle/>
                    <a:p>
                      <a:pPr>
                        <a:defRPr sz="1200">
                          <a:solidFill>
                            <a:srgbClr val="1C2230"/>
                          </a:solidFill>
                          <a:latin typeface="Yu Gothic"/>
                        </a:defRPr>
                      </a:pPr>
                      <a:r>
                        <a:t>PYMNTSでGoogle Cloud担当者のコメントとして確認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こんな人におすすめ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小売・EC業界に関心がある人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実店舗小売でのAI活用事例を知りたい人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AI活用事例を知りたい人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具体的な数字を伴う導入事例に関心がある人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日本でも使える?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本調査時点では日本展開の情報は確認できていない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追加料金はかかる?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利用者への追加費用の有無は公開情報からは確認できていない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Ask Mikeの日本での提供予定・料金体系は確認できなかった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「約75,000件の会話」の正確な集計期間は情報源により表現がやや異なり、厳密には確認できていない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なぜ今このタイミングでこの機能を発表したのか(推測)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競争環境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他の小売企業でもAI活用が進む中での差別化の狙いと考えられる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実績の後押し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5月のリリースから2か月の実績を踏まえた公式発表と考えられる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夏の需要期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季節のクラフト需要が高まる時期に合わせた発表と考えられる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AegisAI(スピアフィッシング対策)</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B2Bセキュリティツールで一般視聴者への訴求力が低いため見送り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Humanoid Robotics(資金調達)</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資金調達のニュースで具体的な製品発表ではないため見送り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AI対話型検索の広がり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EC以外の実店舗小売にも広がりつつある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開発スピードの変化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数週間規模でAI機能を本番導入できる時代</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購買体験の変化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商品名を知らなくても欲しいものにたどり着ける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商品名やカテゴリを知らなくても、欲しいものにたどり着きやすくなる可能性がある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AIが提案した内容も、購入前に自分の目で確認することが大切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対象国・地域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現時点で米国向けサービスであることを確認する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利用チャネル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Webサイトかアプリかを確認する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提案内容の確認</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AIの提案を鵜呑みにせず内容を自分で確認する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①公式サイトを確認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Michaels公式サイトでAsk Mikeの提供状況を確認</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②目的を整理する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何を作りたいか、どんな場面で使うかを整理する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③自然な言葉で相談する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正確な商品名がなくても、目的を言葉で伝えてみる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商品を探す手間が、AIとの対話で減る可能性がある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AIが生成した提案内容は、公開前に自分でも確認することが大切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日本での提供予定、料金体系は公開情報からは確認できなかった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「約75,000件」の正確な集計期間は情報源により表現がやや異なる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企業の機能発表という事実を淡々と紹介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誇張表現を避ける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「業界を変える」等の断定的な表現は避けている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PRNewswire(公式) / Google Cloud Press Corner(公式)</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Retail Dive / Digital Commerce 360 / PYMNTS</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AI対話型の商品探しが、実店舗小売にも広がっている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商品名を知らなくても、自然な言葉で欲しいものにたどり着ける時代へ</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興味があれば、公式サイトで提供状況を確認してみる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小売業でのAI活用事例は今後も続くテーマ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定期実行32本目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