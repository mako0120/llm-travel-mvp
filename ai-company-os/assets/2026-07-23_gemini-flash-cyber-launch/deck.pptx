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ドル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Sheet1!$A$2:$A$3</c:f>
              <c:strCache>
                <c:ptCount val="2"/>
                <c:pt idx="0">
                  <c:v>3.5 Flash-Lite</c:v>
                </c:pt>
                <c:pt idx="1">
                  <c:v>3.6 Flash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</c:v>
                </c:pt>
                <c:pt idx="1">
                  <c:v>1.5</c:v>
                </c:pt>
              </c:numCache>
            </c:numRef>
          </c:val>
        </c:ser>
        <c:dLbls>
          <c:numFmt formatCode="$#,##0.00" sourceLinked="0"/>
          <c:txPr>
            <a:bodyPr/>
            <a:lstStyle/>
            <a:p>
              <a:pPr>
                <a:defRPr sz="1200" b="1">
                  <a:solidFill>
                    <a:srgbClr val="1E2761"/>
                  </a:solidFill>
                  <a:latin typeface="Yu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フックとして問いかけから入る。挨拶ではなく、政府限定AIという珍しい提供形態を突く一言にする。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起承転結を予告する。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専門用語を最初に整理する。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発表の概要を表で整理する。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3モデルの違いを表で整理する。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軽量から特化まで、3モデルの位置関係を図で示す。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Gemini 3.6 Flashが前身モデルよりトークン使用量を最大17%削減したことを数字で示す。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料金と知識のカットオフ日を表で整理する。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Gemini 3.5 Flash-Liteが同クラス最安の、100万トークンあたり0.3ドルであることを示す。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Flash-LiteとFlashの料金差をグラフで見せる(Cyberは限定提供のため料金非公開)。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Gemini 3.5 Flash-Liteの高スループット処理能力を数字で示す。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Flash-LiteがGoogle検索内の「エージェント検索」を担う仕組みを図で示す。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Cyberモデルの内容を2枚のカードで整理する。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提供範囲の違いを対比で見せる。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提供チャネルを表で整理する。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正直に、含まれなかったものも伝える。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ここからは推測であることを明言する。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見送った候補も具体的に共有する。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転換パート。ここから実践的な話に入る。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出来事の紹介だけで終わらせず、読み手にとっての意味を扱う。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実際に試す前のチェックリストとして提示する。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実践につながる進め方をステップで見せる。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個人視点も扱う。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不明点を正直に「不明」と明言する。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政治・対立を煽らないという制作方針を明確に伝える。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検品結果を表でまとめる。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出典を短く再掲する。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結のキーメッセージ。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オープンループで次回への引き。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最終スライド。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政府機関だけが使えるAIモデル、知っていますか?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Google、Gemini新モデル3種を発表 — うち1つはサイバーセキュリティ専用(2026年7月21日)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A3D0"/>
                </a:solidFill>
                <a:latin typeface="Yu Gothic"/>
              </a:rPr>
              <a:t>出典: Google公式, Google DeepMind公式, TechCrunch, 9to5Google(2026-07-21)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今日話すこと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起: 前提知識 + 何が起きたか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承: 3モデルの中身と料金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転: なぜ今3モデル同時発表なのか、これは何を意味するか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結: 不明点・リスク配慮・まとめ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まず言葉の整理(初心者向け)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Flash系モデル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速度・コストを重視した軽量版のAIモデル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ファインチューニング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特定の用途に合わせて追加で調整すること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定期実行25本目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何が起きたか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発表元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Google DeepMind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発表日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2026年7月21日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モデル数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3種類(3.6 Flash / 3.5 Flash-Lite / 3.5 Flash Cyber)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報道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TechCrunch・9to5Google等が一斉報道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Google公式ブログ(2026-07-21)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定期実行25本目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3モデルの位置づけ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モデル名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特徴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Gemini 3.6 Flash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主力モデル。コーディング・知的作業を強化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Gemini 3.5 Flash-Lite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最も低コスト・高速な軽量モデル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Gemini 3.5 Flash Cyber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サイバーセキュリティ専用、政府機関限定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9to5Google(2026-07-21)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定期実行25本目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3モデルの関係性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Flash-Lite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最軽量・最安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主力・汎用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Cyber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セキュリティ特化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定期実行25本目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トークン使用量の削減率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17%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Gemini 3.6 Flashの効率化(前身モデル比)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9to5Google(2026-07-21)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Gemini 3.6 Flashの料金・仕様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入力(100万トークンあたり)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1.50ドル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出力(100万トークンあたり)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7.50ドル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知識のカットオフ日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2025年1月 → 2026年3月に更新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9to5Google(2026-07-21)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定期実行25本目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Flash-Liteの入力料金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$0.3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100万トークンあたり(同クラス最安)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9to5Google(2026-07-21)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入力料金の比較(100万トークンあたり)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463040"/>
          <a:ext cx="108813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9to5Google(2026-07-21)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定期実行25本目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処理速度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350トークン/秒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Flash-Liteの1秒あたりの処理トークン数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9to5Google(2026-07-21)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エージェント検索の仕組み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Google検索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Flash-Liteが処理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高速・低コスト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エージェント検索結果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9to5Google(2026-07-21)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定期実行25本目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Cyberモデルとは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特化内容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サイバーセキュリティの脆弱性の発見・修正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提供先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政府機関・信頼できるパートナー限定のパイロット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Google DeepMind公式ブログ(2026-07-21)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定期実行25本目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Cyberモデルと通常モデルの違い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3.6 Flash / 3.5 Flash-Lite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API・AI Studioで誰でも利用可能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開発者向けに広く公開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3.5 Flash Cyber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政府機関・信頼できるパートナー限定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限定的なパイロットプログラム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定期実行25本目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提供チャネル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チャネル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対象モデル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Gemini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3.6 Flash / 3.5 Flash-Lite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Google AI Studio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3.6 Flash / 3.5 Flash-Lite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Android Studio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3.6 Flash / 3.5 Flash-Lite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Gemini Enterprise Agent Platform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3.6 Flash(企業向け)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9to5Google(2026-07-21)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定期実行25本目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今回含まれなかったもの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Gemini 3.5 Proは今回の発表に含まれていない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TechCrunchはこの点を見出しで明示的に指摘している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TechCrunch(2026-07-21)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定期実行25本目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なぜ今このタイミングで3モデル同時発表なのか(推測)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用途の細分化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軽量・主力・特化を使い分けられるようにする狙い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段階的な検証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Cyberは限定提供でまず検証してから拡大か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価格競争への対応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低価格帯の競合モデルに対抗する狙い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定期実行25本目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見送った候補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Alibaba Cloud Agent Native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話題性・独自性でGeminiに劣るため見送り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DeepSeek V4「安定版」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リリース時期の情報が食い違い確度が低いため見送り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Kimi K3の蒸留疑惑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国家間の対立構造が強く高リスクのため見送り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定期実行25本目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AIモデルの多様化が意味すること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専門特化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用途に特化したモデル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低価格化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選べる価格帯が増える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高速化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処理速度も向上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定期実行25本目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これは何を意味するのか(利用者にとって)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用途に応じてモデルを使い分ける時代になってきている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低コストな選択肢(Flash-Lite)も増え、試すハードルが下がっている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定期実行25本目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試すなら確認したいこと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何に使うか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主力用途か、軽量・高速処理かを決める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料金の見積もり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入出力トークン数の目安を確認する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提供チャネル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API・AI Studio等どこから使うか確認する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定期実行25本目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実際に試す場合の進め方(目安)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①目的を決める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何をさせたいか明確にする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②モデルを選ぶ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Flash / Flash-Liteのどちらか検討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③コストを見積もる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料金表と使用量を照らし合わせる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定期実行25本目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個人にとっての影響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普段使うAIサービスの裏側でモデルが日々更新されている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料金・速度の選択肢が増え、用途に合わせて選べるようになってきている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定期実行25本目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不明点・注意点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Cyberモデルの具体的な性能評価(ベンチマーク数値)は非公開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政府機関・信頼できるパートナーの具体的な選定基準は非公開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定期実行25本目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リスク配慮のポイント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事実紹介に徹する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企業の製品発表という事実を淡々と紹介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対立を煽らない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見送った候補も含め対立構造は扱わない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推測は明示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推測部分は「推測」と明言している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定期実行25本目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検品結果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結果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verify_pptx.py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合格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同一レイアウト連続チェック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合格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bullets比率チェック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合格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対話原稿スライド数整合性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合格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定期実行25本目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Google公式ブログ / Google DeepMind公式ブログ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TechCrunch / 9to5Google / Android Authority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定期実行25本目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AIモデルは「1つを選ぶ」から「使い分ける」時代へ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ADCFC"/>
                </a:solidFill>
                <a:latin typeface="Yu Gothic"/>
              </a:rPr>
              <a:t>軽量・主力・特化と、用途に応じた選択肢が増えている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興味があれば、まずは無料枠や低価格モデルで試してみる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次回予告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AIモデルの専門特化・価格競争は続くテーマ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次回も独立系メディアの報道をもとに紹介する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定期実行25本目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ご視聴ありがとうございました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ADCFC"/>
                </a:solidFill>
                <a:latin typeface="Yu Gothic"/>
              </a:rPr>
              <a:t>出典・詳細はresearch.mdと各スライドの出典表記を参照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質問・フィードバックはいつでもどうぞ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