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本日は阪神タイガースの木下里都投手が記録した、自己最速161キロの話題をお届けします。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今日は、何が起きたのか、記録更新までの経緯、木下投手のプロフィール、この記録が持つ意味、そして今後の注目点をお伝えします。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8月2日のヤクルト戦、木下投手は7回2死の場面で自己最速161キロを計測し、7球連続で160キロ台をマークしました。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その最速球がこちら、161キロです。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実はこの記録、わずか3日前の7月31日のヤクルト戦で記録した自己最速160キロから、さらに更新したものです。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7回2死の場面、3球目から160キロ台に入り、5球目に自己最速の161キロへ到達しました。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木下里都投手は阪神タイガース所属、25歳の投手です。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この試合、木下投手は3者凡退に抑える力投で、ヤクルト戦3連勝の立役者となりました。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自己最速の推移を図で見ると、わずか3日で1キロの更新となっています。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木下投手本人は『いい3連投で力も抜けて良かった』とコメントしています。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この記録が注目される理由は、3日での更新スピード、7球連続160キロ台という安定感、そして結果を伴った点にあります。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7月31日時点と8月2日時点を比べると、自己最速が160キロから161キロへと更新されています。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この登板でヤクルト戦3連勝の立役者となりました。象徴的な数字が、7球連続の160キロ台です。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確認できている事実を整理すると、この4点になります。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今後は、さらなる自己最速更新やシーズン終盤に向けた成長に注目が集まります。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直近の登板をまとめると、この表の通りです。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登板から報道、話題化までの流れを図にすると、このようになります。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確認できたことと、確認できなかったことを正直に整理します。球団記録やNPB記録との比較、今シーズンの詳細成績は本調査の時点では確認できていません。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改めて本人のコメントです。『いい3連投で力も抜けて良かった』。力の抜けた投球が、かえって好結果につながったようです。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本テーマを総括します。木下投手は3日間で自己最速を1キロ更新し、161キロへと到達しました。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ここからは推測です。さらなる自己最速更新や、投手陣での役割拡大が期待されます。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阪神投手陣の中でも、160キロ台を安定して計測できる投手として注目されています。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既存テーマで扱った山本由伸選手はMLBドジャース所属の投手ですが、本テーマの木下里都投手はNPB阪神タイガース所属であり、選手も所属リーグも異なります。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本テーマでは数字の創作をせず、報道された自己最速のみを扱っています。政治的な話題とは無関係の、明るいスポーツニュースです。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出典はこの表の通り、スポニチアネックスの複数記事です。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皆さんは、木下投手の自己最速が今後どこまで伸びると思いますか。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最後にもう一度、木下投手の言葉を振り返ります。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阪神・木下里都投手の自己最速、161キロです。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木下投手の今後の登板、そして自己最速のさらなる更新に注目していきましょう。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今回もありがとうございました。阪神・木下里都投手の自己最速161キロの話題をお届けしました。次回もお楽しみに。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3日で自己最速を塗り替えた。阪神の新星、161キロの衝撃。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阪神・木下里都投手、8月2日のヤクルト戦で161キロを計測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FAE84"/>
                </a:solidFill>
                <a:latin typeface="Yu Gothic"/>
              </a:rPr>
              <a:t>出典: スポニチアネックス(2026-08-02) ※着手日の1日前という高い鮮度の話題です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記録更新までの経緯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木下投手のプロフィール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この記録が持つ意味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今後の注目点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阪神・木下里都投手が2026年8月2日のヤクルト戦に登板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7回2死の場面で自己最速161キロを計測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3球目から7球連続で160キロ台をマーク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3者凡退に抑える力投だった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スポニチアネックス(2026-08-02)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自己最速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161km/h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2026年8月2日、ヤクルト戦の7回2死で計測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スポニチアネックス(2026-08-02)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自己最速更新の経過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対戦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自己最速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2026年7月31日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ヤクルト戦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160km/h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2026年8月2日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ヤクルト戦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161km/h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7回2死の7球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3球目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160キロ台に到達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4球目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160キロ台をキープ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5球目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自己最速161キロを計測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6〜9球目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160キロ台を継続、打者を打ち取る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木下里都投手プロフィール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所属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阪神タイガース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2253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56533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853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年齢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853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25歳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1587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5867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0187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役割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187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投手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0921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55201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29521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直近の話題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9521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3日間で自己最速を1キロ更新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試合の詳細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登板は2026年8月2日のヤクルト戦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力投により3者凡退に抑えた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この登板を含めヤクルト戦3連勝の立役者となった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スポニチアネックス(2026-08-02)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直近の自己最速の推移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7月31日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98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自己最速160km/h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8月2日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02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自己最速161km/h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“いい3連投で力も抜けて良かった”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7DCC2"/>
                </a:solidFill>
                <a:latin typeface="Yu Gothic"/>
              </a:rPr>
              <a:t>— 木下里都投手(スポニチアネックス、2026-08-02)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なぜこの記録が注目されるのか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自己最速をわずか3日で更新したスピード感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7球連続160キロ台という安定した球速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3者凡退という結果を伴った力投だったこと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自己ベストの変化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7月31日時点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自己最速160km/h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ヤクルト戦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8月2日時点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自己最速161km/h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ヤクルト戦、3者凡退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3連勝の立役者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160キロ台×7球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7回2死の場面で7球連続160キロ台をマーク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確認できている事実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日付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2026年8月2日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2253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56533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853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自己最速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853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161km/h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1587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5867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0187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更新幅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187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3日で+1km/h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0921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55201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29521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9521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3者凡退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今後への期待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さらなる自己最速更新への期待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阪神投手陣における今後の起用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シーズン終盤に向けた成長への注目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直近の登板まとめ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2026年7月31日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ヤクルト戦、自己最速160km/hを記録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2026年8月2日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ヤクルト戦、自己最速161km/hを記録、3者凡退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この話題の広がり方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2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登板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8月2日、ヤクルト戦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571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自己最速更新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98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161km/hを計測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報道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スポニチアネックスが速報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579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53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07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90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話題化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0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SNS・ニュースで拡散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確認済み: 8月2日の自己最速161km/hという事実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確認済み: 7月31日からの3日間での更新という経緯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未確認: 阪神球団記録・NPB記録との比較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未確認: 今シーズンここまでの詳細な登板成績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“いい3連投で力も抜けて良かった”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7DCC2"/>
                </a:solidFill>
                <a:latin typeface="Yu Gothic"/>
              </a:rPr>
              <a:t>— 木下里都投手(スポニチアネックス、2026-08-02)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3日で+1km/h、自己最速161km/hへ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阪神・木下里都投手が、着実な成長を数字で示した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今後の見通し(ここからは推測)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さらなる更新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自己最速のさらなる更新の可能性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起用の拡大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投手陣での役割拡大への期待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シーズン終盤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終盤戦での活躍への注目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阪神投手陣における位置づけ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球速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160キロ台を安定して計測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直近の実績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ヤクルト戦3連勝に貢献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今後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投手陣の一角としての期待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似たテーマとの違い(重複でないことの確認)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既存テーマ(山本由伸選手)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MLBドジャース所属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先発投手として通算100勝達成等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本テーマ(木下里都投手)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NPB阪神タイガース所属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自己最速161km/hを3日で更新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リスク・配慮事項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数字の創作はせず、報道された自己最速のみを扱う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球団記録・NPB記録との比較は断定しない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政治的な話題とは無関係の、明るいスポーツニュースとして紹介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スポニチアネックス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2026-08-02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自己最速161キロ計測を報道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スポニチアネックス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2026-08-02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本人コメント・3連勝の経緯を報道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視聴者への問いかけ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木下投手の自己最速は、今後どこまで伸びるのか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阪神投手陣の今後の起用にどう影響するか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シーズン終盤、どんな活躍を見せてくれるか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“いい3連投で力も抜けて良かった”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7DCC2"/>
                </a:solidFill>
                <a:latin typeface="Yu Gothic"/>
              </a:rPr>
              <a:t>— 木下里都投手(スポニチアネックス、2026-08-02)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161km/h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自己最速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阪神・木下里都投手、2026年8月2日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続報にも注目です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7DCC2"/>
                </a:solidFill>
                <a:latin typeface="Yu Gothic"/>
              </a:rPr>
              <a:t>木下投手の今後の登板、自己最速のさらなる更新に注目していきます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続報をお楽しみに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阪神・木下里都投手が自己最速161km/hを計測(8月2日)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わずか3日前から1キロの更新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7球連続160キロ台、3者凡退という結果も伴った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スポニチアネックス(2026-08-02)｜定期実行91本目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