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プロ5年目の平本世中選手が、記録的なスコアでツアー初優勝を果たしました。何が起きたのか、出典付きで正確に整理してお届けします。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結論から確認します。平本世中選手は通算32アンダーという、ツアー記録に並ぶスコアで初優勝を果たしました。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本日の流れです。大会概要からスコアの詳細、選手のプロフィール、そして確認できなかったことまで整理します。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着手日前日に複数メディアが一斉報道した、鮮度の高い話題です。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最終的なストローク数は256で、通算32アンダーに相当します。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大会は群馬県の草津カントリークラブで、8月20日から23日までの4日間開催されました。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最終スコアの詳細です。最終日は7バーディー・1ボギーの66というスコアでした。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平本選手は26歳、プロ5年目で、今大会が待望のツアー初優勝となりました。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今回の32アンダーは、2022年のカシオワールドオープンでチャン・キム選手が記録した72ホール最少ストローク記録に並ぶものです。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最終日は7バーディー・1ボギーという素晴らしい内容で、首位を守り切りました。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平本選手は初日から首位に立ち、4日間その座を譲らずに完全優勝で初優勝を飾りました。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72ホール最少ストローク・最多アンダーパー記録において、平本選手はチャン・キム選手の記録に並びました。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完全優勝は、初日から一度も首位を譲らずに勝ち切ったことを意味します。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平本選手はプロ5年目、26歳での待望のツアー初優勝でした。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初日から首位に立ち、最終日まで守り切るという4日間の流れでした。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平本選手は昨年末に結婚しており、優勝の瞬間には感動的な場面もありました。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確定していることと、まだ確認できていないことを整理します。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これらの項目は本調査の範囲では確認できておらず、推測で埋めていません。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最終日は66というスコアで、7バーディー・1ボギーの内容でした。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異なる年・異なる大会での同スコアという、記念すべき記録タイです。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大会は、日本ゴルフ界のレジェンドである故・尾崎将司選手を追悼する大会です。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複数の独立したゴルフ専門メディアが同一のスコア・記録内容を報じており、報道内容としての一貫性を確認しています。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初日に首位に立ってから、最終日まで安定した戦いを見せました。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最終日は7バーディー・1ボギーという、非常に安定した内容でした。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今回の優勝の注目ポイントを3つにまとめました。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本テーマは、国内男子ゴルフツアーの記録的な出来事として整理しています。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今回の優勝に至るまでのタイムラインです。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記録的なスコアでの初優勝という点が、今回の特筆すべき特徴です。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通算32アンダーという記録的なスコアで、平本選手はツアー初優勝を果たしました。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本日は平本世中選手の記録的な初優勝についてお届けしました。確認できなかったことは正直に開示しています。次回もお楽しみに。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平本世中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通算32アンダーで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記録的な初優勝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72ホール最少ストローク記録に並ぶ完全優勝——出典付きで整理する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AEE0"/>
                </a:solidFill>
                <a:latin typeface="Yu Gothic"/>
              </a:rPr>
              <a:t>出典: ALBA Net(2026年8月24日)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まず結論から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通算32アンダー ツアー最少ストローク記録にタイ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256ストロークで完全優勝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ALBA Net(2026-08-24)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大会の概要を確認する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最終スコアの詳細を確認する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平本選手のプロフィール・私生活のエピソード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Yahoo!ニュース・ALBA Net等が2026年8月24日に一斉報道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ツアー記録にタイする歴史的なスコアという話題性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プロ5年目でのツアー初優勝という感動的なストーリー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ALBA Net(2026-08-24)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最終ストローク数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256ストローク 4日間の合計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通算32アンダーに相当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ALBA Net(2026-08-24)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大会の概要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「ジャンボ尾崎追悼大会」(2026年8月20日〜23日)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群馬県・草津カントリークラブで開催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国内男子ツアーの大会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ALBA Net(2026-08-24)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最終スコアの詳細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最終スコア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通算32アンダー(256ストローク)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最終日のスコア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66(7バーディー・1ボギー)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優勝形態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初日から首位を守る完全優勝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ALBA Net(2026-08-24)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平本選手のプロフィール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26歳、プロ5年目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今大会が国内男子ツアー初優勝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初日から首位に立ち、その座を譲らなかった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みんなのゴルフダイジェスト(2026-08-24)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72ホール最少ストローク記録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記録タイ 2022年カシオワールドオープンの記録に並ぶ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チャン・キム選手の記録と同スコア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ALBA Net(2026-08-24)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最終日の内容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7バーディー・1ボギーの「66」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首位を守りきる安定した内容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初日からの完全優勝を決定づけた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みんなのゴルフダイジェスト(2026-08-24)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優勝までの流れ(概念図)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2A72"/>
                </a:solidFill>
                <a:latin typeface="Yu Gothic"/>
              </a:rPr>
              <a:t>初日から首位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2A72"/>
                </a:solidFill>
                <a:latin typeface="Yu Gothic"/>
              </a:rPr>
              <a:t>4日間首位を守る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2A72"/>
                </a:solidFill>
                <a:latin typeface="Yu Gothic"/>
              </a:rPr>
              <a:t>完全優勝で初V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3628C"/>
                </a:solidFill>
                <a:latin typeface="Yu Gothic"/>
              </a:rPr>
              <a:t>初日から最終日まで首位を譲らなかった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記録比較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選手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大会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スコア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チャン・キム選手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2022年カシオワールドオープン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32アンダー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平本世中選手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2026年ジャンボ尾崎追悼大会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32アンダー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ALBA Net(2026-08-24)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完全優勝という意味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初日から最終日まで首位を一度も譲らなかった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他選手の追い上げを許さない安定した戦い方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プレッシャーの中での記録的なスコアという価値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プロ歴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5年目 26歳での初優勝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待望のツアー初V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みんなのゴルフダイジェスト(2026-08-24)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大会4日間の流れ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初日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3628C"/>
                </a:solidFill>
                <a:latin typeface="Yu Gothic"/>
              </a:rPr>
              <a:t>首位に立つ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2〜3日目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3628C"/>
                </a:solidFill>
                <a:latin typeface="Yu Gothic"/>
              </a:rPr>
              <a:t>首位を維持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最終日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3628C"/>
                </a:solidFill>
                <a:latin typeface="Yu Gothic"/>
              </a:rPr>
              <a:t>66で完全優勝、初V達成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私生活のエピソード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2025年12月31日に妻・未樹さんと入籍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ウィニングパットを沈めた際に感動し涙を拭う場面があった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「優勝はするもの」という尾崎将司さんの言葉に気づきを得たとコメント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みんなのゴルフダイジェスト(2026-08-24)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確定していること・確認できなかったこと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最終スコア・大会日程・記録タイの事実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平本選手のプロフィール・私生活のエピソード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優勝賞金額・出場選手数の詳細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優勝賞金の具体的な金額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今大会の出場選手数・大会規模の詳細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平本選手の今後の出場予定・シーズン成績への具体的な影響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最終日スコア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66 7バーディー・1ボギー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首位を守り切った最終日の内容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みんなのゴルフダイジェスト(2026-08-24)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平本選手 vs チャン・キム選手の記録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チャン・キム選手(2022年)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カシオワールドオープン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32アンダー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平本世中選手(2026年)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ジャンボ尾崎追悼大会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32アンダー(記録タイ)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ジャンボ尾崎追悼大会とは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日本のプロゴルフ界のレジェンド、故・尾崎将司選手を追悼する大会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「ジャンボ尾崎」の愛称で知られる選手を記念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国内男子ツアーの大会の一つ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主要出典の一覧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メディア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報道日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ALBA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Yahoo!ニュース(みんなのゴルフダイジェスト配信)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Yahoo!ニュース(ゴルフダイジェスト・オンライン配信)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ゴルフネットワーク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初日 vs 最終日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初日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首位に立つ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4日間の戦いの始まり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最終日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66(7バーディー・1ボギー)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完全優勝で初V達成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バーディー数(最終日)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7バーディー 最終日の内容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ボギーは1つのみ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みんなのゴルフダイジェスト(2026-08-24)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今回の優勝の3つの注目ポイント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3628C"/>
                </a:solidFill>
                <a:latin typeface="Yu Gothic"/>
              </a:rPr>
              <a:t>72ホール最少ストローク記録にタイ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3628C"/>
                </a:solidFill>
                <a:latin typeface="Yu Gothic"/>
              </a:rPr>
              <a:t>初日から最終日まで首位を守る完全優勝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3628C"/>
                </a:solidFill>
                <a:latin typeface="Yu Gothic"/>
              </a:rPr>
              <a:t>プロ5年目・26歳での待望の初V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視聴者にとっての意味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国内男子ゴルフツアーの動向を追うファンに直接関係する情報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記録的なスコアという歴史的な価値のある出来事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特定選手・大会への過度な評価的表現は行わない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できごと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2026年8月20日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大会開幕、初日から平本選手が首位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2026年8月20日〜22日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首位を維持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最終日、66で完全優勝・初V達成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複数メディアが一斉報道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今大会 vs 過去の初優勝選手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今大会の平本選手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記録的なスコア(32アンダー)での初V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一般的な初優勝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スコア・展開は選手・大会により様々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ALBA Net等(2026-08-24)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今日のまとめの数字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通算32アンダー 平本世中選手の記録的な初優勝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2026年8月23日、ジャンボ尾崎追悼大会にて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ALBA Net(2026-08-24)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出典付きで、正確に。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6D9F5"/>
                </a:solidFill>
                <a:latin typeface="Yu Gothic"/>
              </a:rPr>
              <a:t>AI Company OSは、確認できた事実だけをお届けします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次回もお楽しみに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