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GEの元トップが、AIエンジニア企業の取締役になりました。P-1 AIが、産業設計AIエージェント『Archie』でシリーズA5,000万ドルを調達したと発表しました。今日はこの話題をお届けします。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今日わかることは6つです。何が起きたのか、P-1 AIとはどんな会社か、Archieとはどんなエージェントか、調達の規模と取締役就任、確認できたこと・できなかったこと、そして今後の見通しです。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何が起きたのか整理します。P-1 AIが2026年7月29日、NEA主導のシリーズAで5,000万ドルを調達したと発表しました。元GE会長のイメルト氏が取締役に就任しています。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調達額はこちら、5,000万ドルです。エンジニアリングAI分野への注目度の高さがうかがえます。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調達概要を表にまとめました。企業名はP-1 AI、拠点はサンマテオ、調達額は5,000万ドルです。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Archieとはどんなエージェントか紹介します。ハードウェア工学の各領域を対象に、データセンター・自動車・航空宇宙防衛の各業界向けに展開されています。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P-1 AIのこれまでを概要で紹介します。元DeepMindの科学者らが創業し、2025年のシード投資を経て、今回シリーズAを調達しました。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取締役に就任したジェフ・イメルト氏を紹介します。元GE会長兼CEOという著名な経営者が、新たにP-1 AIの取締役に就任しました。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Archieが対応する設計領域を概要で示します。機械設計から電気・熱・流体設計、システム設計まで幅広くカバーするとされています。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対象産業の広がりです。データセンター・自動車・航空宇宙防衛という、いずれも高い精度が求められる産業を対象にしています。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改めて数字を確認します。2025年のシード投資額は2,300万ドルでした。今回のシリーズAはその倍以上の規模です。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資金使途を報道から整理します。プロダクト拡充、計算資源の増強、個人向け展開が挙げられています。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ここで確認できたこと・できなかったことを正直に整理します。調達額は複数媒体で一致していますが、実運用での導入実績の詳細は確認できていません。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資金調達の流れです。2025年のシード投資から、2026年7月のシリーズAへとつながっています。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鮮度について正直に開示します。本発表は着手日の6日前であり、鮮度基準を厳密には満たしていません。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対象業界数を確認します。データセンター・自動車・航空宇宙防衛の3業界を対象としています。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ハードウェア設計AIの潮流を概要で紹介します。ソフトウェアAIの普及に続き、ハードウェア設計領域にもAIが広がっているとされています。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初心者向けにエンジニアリングAIを説明します。AIエージェントが設計案の作成・検証を支援する技術です。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出典一覧です。GlobeNewswire・Goodwin Law・StreetInsider・The SaaS Newsという、独立した複数の法律・金融・スタートアップ専門媒体です。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調達概要を再確認します。P-1 AIが、NEA主導で5,000万ドルを調達しました。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既存テーマとの関係を確認しました。P-1 AIまたはArchieを主題として扱った既存テーマはなく、重複ではありません。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ここからは推測です。ハードウェア工学領域でのAI活用がさらに広がる可能性があります。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累計調達額を確認します。シードとシリーズAを合わせて、約7,300万ドルの調達となります。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ソフトウェアAIとエンジニアリングAIの違いを概要で比較します。Archieは物理的な製品開発と直結する設計領域を対象にしています。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Archie Soloの位置づけを概要で示します。法人向けのArchieに加え、個人向けの軽量版Archie Soloも提供が始まります。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リスクと課題を正直に開示します。実運用での具体的な導入実績・成果指標は確認できていません。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本テーマで大切にしたことを紹介します。出典の明記、正直な開示、中立性の3点です。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新規提供開始について確認します。個人ユーザー向けの軽量版Archie Soloが、新たに提供開始されます。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皆さんはこのエンジニアリングAI、どう見ますか。ハードウェア設計へのAI活用、今後も注目していきましょう。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まとめです。P-1 AIが2026年7月29日、NEA主導で5,000万ドルを調達したと発表しました。今回もご視聴ありがとうございました。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GEの元トップが、AIエンジニア企業の取締役になった理由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P-1 AI、産業設計AIエージェント「Archie」でシリーズA5,000万ドルを調達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B8D6"/>
                </a:solidFill>
                <a:latin typeface="Yu Gothic"/>
              </a:rPr>
              <a:t>出典: GlobeNewswire・Goodwin Law・The SaaS News ほか(2026-07-29)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今日わかること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何が起きたのか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P-1 AIとはどんな会社か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Archieとはどんなエージェントか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調達の規模と取締役就任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確認できたこと・できなかったこと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80644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824727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今後の見通し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何が起きたのか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P-1 AIが2026年7月29日、シリーズAで5,000万ドルを調達したと発表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主導投資家はNEA(ニュー・エンタープライズ・アソシエイツ)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元GE会長兼CEOのジェフ・イメルト氏が取締役に就任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米サンマテオ発のエンジニアリングAIスタートアップ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GlobeNewswire(2026-07-29)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5,000万ドル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NEA主導のシリーズA(2026年7月29日発表)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GlobeNewswire(2026-07-29)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調達概要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企業名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P-1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拠点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米サンマテオ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調達額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5,000万ドル(シリーズA)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主導投資家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NEA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2026年7月29日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Archieとは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対象領域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機械・電気・熱・流体・システム設計等のハードウェア工学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対象産業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データセンター・自動車・航空宇宙防衛の各業界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個人向け版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軽量版『Archie Solo』も新たに提供開始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P-1 AIのこれまで(概要)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1. 創業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元DeepMindの科学者らが創業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2. シード投資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2025年、Radical Ventures主導で2,300万ドルを調達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3. Archieを開発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ハードウェア工学向けAIエージェントを開発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4. シリーズA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2026年7月、NEA主導で5,000万ドルを調達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取締役に就任したジェフ・イメルト氏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元ゼネラル・エレクトリック(GE)会長兼CEO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GEを長期にわたり率いた著名な経営者として知られる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P-1 AIの取締役に新たに就任した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元マイクロソフト副CTOのリラ・トレティコフ氏(NEAパートナー)もオブザーバーとして参加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GlobeNewswire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Archieが対応する設計領域(概要)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機械設計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部品・構造の設計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電気・熱・流体設計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各専門領域の設計支援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システム設計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全体最適化・統合設計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対象産業の広がり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産業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想定される用途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データセンター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設備・インフラの設計支援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自動車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部品・システムの設計支援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航空宇宙防衛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高精度が求められる設計支援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シード投資額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2,300万ドル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2025年、Radical Ventures主導のシード投資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The SaaS News(2026-07-29)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資金使途(報道からの整理)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プロダクト拡充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製品・導入チームの拡充に充てる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計算資源の増強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カスタムモデル訓練向けの計算資源を増強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個人向け展開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軽量版Archie Soloの提供を開始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確認できたこと・できなかったこと(正直な開示)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調達額・主導投資家・発表日は複数媒体で一致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5,000万ドル調達時点での企業評価額は確認できていない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Archieの実運用での具体的な導入実績の詳細は確認できていない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P-1 AI公式プレスリリース原文全体までは確認できていない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P-1 AIの資金調達の流れ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2025年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シード投資2,300万ドル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2026年7月29日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シリーズA5,000万ドル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今後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プロダクト拡充・計算資源増強へ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鮮度についての正直な開示(重要)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本発表は着手日の6日前(2026年7月29日)である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`docs/06_Content_R&amp;D.md`の鮮度基準(着手日の前日以内)を厳密には満たしていない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この点は正直に開示する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対象業界数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3業界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データセンター・自動車・航空宇宙防衛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GlobeNewswire(2026-07-29)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ハードウェア設計AIの潮流(概要)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1. ソフトウェアAIの普及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コード生成・文章生成AIが先行して普及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2. ハードウェア領域への拡大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機械・電気設計等の専門領域にAIが拡大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3. 産業顧客への展開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データセンター等の大規模産業に導入が進む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初心者向け: エンジニアリングAIとは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従来の設計作業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エンジニアが手作業でCAD・シミュレーションを行う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エンジニアリングAI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AIエージェントが設計案の作成・検証を支援する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Archieの位置づけ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機械・電気・熱・流体・システム設計を横断的に支援するAI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日付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GlobeNewswire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2026-07-29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Goodwin Law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2026-07-29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StreetInsider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2026-07-29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The SaaS News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2026-07-29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調達概要の再確認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企業名: P-1 AI(米サンマテオ)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調達額: 5,000万ドル(シリーズA)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主導投資家: NEA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取締役: 元GE会長ジェフ・イメルト氏が就任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既存テーマとの関係(重複でないことの確認)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確認項目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結果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P-1 AIを主題としたテーマ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既存118テーマになし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Archieを主題としたテーマ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既存118テーマになし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重複ではない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業界への影響(ここからは推測)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ここからは推測ですが、ハードウェア工学領域でのAI活用がさらに広がる可能性がある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著名な元大企業経営者の参画により、業界内での信頼性が高まると見られる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データセンター建設ラッシュとの相乗効果も考えられる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累計調達額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約7,300万ドル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シード2,300万ドル+シリーズA5,000万ドル(概算)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The SaaS News(2026-07-29)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ソフトウェアAIとエンジニアリングAIの違い(概要)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ソフトウェアAI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コード生成・文章生成が中心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デジタル領域で完結することが多い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エンジニアリングAI(Archie)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機械・電気・熱・流体設計を対象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物理的な製品開発と直結する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Archie Soloの位置づけ(概要)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Archie(法人向け)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データセンター等の大規模顧客向け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Archie Solo(個人向け)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個人ユーザー向けの軽量版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利用者層の拡大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法人・個人の両方への展開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リスクと課題(正直な開示)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実運用での具体的な導入実績・成果指標は確認できていない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5,000万ドル調達時点での企業評価額は未確認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ハードウェア設計AIは誤りが物理的な損害につながりうるため、精度検証の重要性が高い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本テーマで大切にしたこと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出典の明記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複数の独立した法律・金融・スタートアップ専門媒体の情報のみを使用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正直な開示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鮮度が基準を満たさない点も含め、確認できなかったことを明記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中立性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特定企業・特定製品の利用を強く推奨する結論にはしていない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新規提供開始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Archie Solo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個人ユーザー向けの軽量版を新たに提供開始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The SaaS News(2026-07-29)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あなたはこのエンジニアリングAI、どう見ますか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3E4F5"/>
                </a:solidFill>
                <a:latin typeface="Yu Gothic"/>
              </a:rPr>
              <a:t>ハードウェア設計へのAI活用、今後も注目していきましょう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続報が入り次第、改めてお届けします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P-1 AIが2026年7月29日、NEA主導で5,000万ドルを調達したと発表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元GE会長ジェフ・イメルト氏が取締役に就任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『Archie』はハードウェア工学領域を対象とするAIエージェント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データセンター・自動車・航空宇宙防衛の各業界向けに展開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GlobeNewswire・Goodwin Law・The SaaS News ほか(2026-07-29)｜定期実行117本目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