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想定コスト(ドル)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下限目安</c:v>
                </c:pt>
                <c:pt idx="1">
                  <c:v>平均的な目安</c:v>
                </c:pt>
                <c:pt idx="2">
                  <c:v>上振れ目安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150</c:v>
                </c:pt>
                <c:pt idx="2">
                  <c:v>200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200" b="1">
                  <a:solidFill>
                    <a:srgbClr val="1E2761"/>
                  </a:solidFill>
                  <a:latin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フックとして、挨拶ではなくニュースの核心を最初に提示する。話者は「ChatGPTとCodexが1つのアプリになったのを知っていますか?」という問いかけから入る。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起承転結の4部構成をここで予告する。視聴者に見取り図を渡すことで離脱を防ぐ。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ChatGPTアプリとCodexアプリが2026年7月9日に1つの統合デスクトップアプリへ再編されたことを、数字1つで端的に示す。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発表の概要をまず押さえる。日付・アプリ名・モデル名の固有名詞を正確に伝える。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3モードを横並びのカードで見せることで、テキストで説明するより一目で構造がわかるようにする。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ユーザーが実際にアプリを使う際の流れを図で示す。3モードは並列だが、利用開始からモード選択までの導線を矢印でつなぐ。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Workモードの位置づけを、Codex・Chatとの違いで説明する。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Workモードの用途を4カードで具体的に見せる。数字ではないが視覚的に整理して見せる。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旧構成と新構成を対比させ、「何が変わったか」を一目でわかるようにする。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「統合=廃止」という誤解を避けるための重要な事実確認。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有料プランで使える機能を、順を追ったステップとして視覚的に見せる。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プランごとに使える範囲を表で整理する。数字ではなく「できる/できない」の一覧化により文字量を削減する。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対応プランの範囲を明確にする。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Codexは単体販売ではなくChatGPTプランに組み込まれており、利用料は月0ドルから200ドル超まで幅がある。開発者1人あたり平均は月100〜200ドル程度とされる。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0〜200ドル超という幅を、目安として棒グラフで視覚化する。実際の請求額はモデル・利用頻度により変動する近似値であることを明記する。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料金体系の細かい仕組みを補足する。日付の異なる別の変更(4月の制度変更)であることを明確にする。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ChatGPT/Codex統合アプリの発表と、新モデルGPT-5.6の一般提供開始は同じ2026年7月9日だった。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モデルの中身には踏み込みすぎず、あくまで「アプリ構成の変化」というテーマの軸を保つ。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ここからは推測であることを明言する。公式に明言された狙いではなく、報道内容からの合理的推測である旨を話す。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同じ出来事でも立場によって意味合いが違うことを対比で見せる。右側は推測である旨を口頭でも明示する。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前回テーマ(Buzz)の「AIエージェントをメンバーとして扱う」という流れと接続する伏線として使う。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シリーズとしての一貫性を示す。視聴者に「前回も見てよかった」と思わせる仕掛け。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見送った候補も具体的に共有し、選定プロセスの透明性を示す。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不明点を正直に「不明」と明言する。憶測で埋めない。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政治・対立を煽らないという制作方針を明確に伝える。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検品結果を表でまとめ、品質担保のプロセスを見せる。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出典を一覧で再掲する。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起承転結の「結」として、テーマ全体のキーメッセージをまとめる。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オープンループとして次回への引きを作り、視聴を継続させる。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最終スライド。締めの挨拶と出典の再確認。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ChatGPTとCodexが、ついに1つに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OpenAI、統合デスクトップアプリに「Work」モードを新設(2026年7月9日)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Neowin, TechTimes, quasa.io(2026-07-09/10)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今日話すこと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起: 何が起きたか(統合アプリ発表の概要)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承: 3つのモードと料金体系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転: なぜ統合したのか、Buzzとの共通点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結: 不明点・リスク配慮・まとめ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統合されたアプリの数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 →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別々だった2つのアプリが1つに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Neowin/quasa.io(2026-07-09)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何が起きたか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2026年7月9日、OpenAIがChatGPTアプリ(Mac/Windows)とCodexアプリを統合すると発表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同日、新しいモデル「GPT-5.6」も一般提供を開始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統合アプリの中に新しく「Work」モードが追加された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発表はNeowin・TechTimes・quasa.io等、複数の独立系メディアが同時に報道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Neowin/quasa.io(2026-07-09)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統合アプリの3つのモード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従来のChatGPTの会話体験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資料作成・表計算・データ分析など日常業務向け(新設)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独立したコーディングエージェント体験(存続)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Neowin/quasa.io(2026-07-09)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使うときの流れ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アプリを起動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モードを選択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Chat/Work/Codex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そのモードで作業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Workモードとは何か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資料作成・表計算・データ分析など、日常的な業務タスクに特化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「Codex」がコーディング専用なのに対し、Workは非エンジニア業務も対象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ChatGPTの会話機能とは別モードとして切り出された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Neowin/quasa.io(2026-07-09)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Workモードの用途例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資料作成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プレゼン資料・文書のドラフト作成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6533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853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表計算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0853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表・スプレッドシートの作成/整形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0187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データ分析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0187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データの整理・分析タスク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55201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29521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日常業務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521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その他の定型的なprofessional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Neowin/quasa.io(2026-07-09)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構成はこう変わった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これまで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ChatGPTアプリ(会話)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Codexアプリ(コーディング)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アプリを行き来する必要があった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これから</a:t>
            </a:r>
          </a:p>
        </p:txBody>
      </p:sp>
      <p:sp>
        <p:nvSpPr>
          <p:cNvPr id="13" name="Oval 12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1つの統合デスクトップアプリ</a:t>
            </a:r>
          </a:p>
        </p:txBody>
      </p:sp>
      <p:sp>
        <p:nvSpPr>
          <p:cNvPr id="15" name="Oval 14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Chat/Work/Codexをアプリ内で切替</a:t>
            </a:r>
          </a:p>
        </p:txBody>
      </p:sp>
      <p:sp>
        <p:nvSpPr>
          <p:cNvPr id="17" name="Oval 16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Workモードが新たに加わった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Codexは廃止されない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統合後もCodexは「Codex」モードとして独立してコーディング体験を提供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廃止ではなく、1つのアプリの中の1モードという位置づけに変わった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既存のCodexユーザーの体験自体が失われるわけではない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Neowin/quasa.io(2026-07-09)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Codexの有料プラン向け機能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GitHub連携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リポジトリと直接連携</a:t>
            </a:r>
          </a:p>
        </p:txBody>
      </p:sp>
      <p:sp>
        <p:nvSpPr>
          <p:cNvPr id="7" name="Chevron 6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PR自動レビュー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プルリクエストを自動でコードレビュー</a:t>
            </a:r>
          </a:p>
        </p:txBody>
      </p:sp>
      <p:sp>
        <p:nvSpPr>
          <p:cNvPr id="12" name="Chevron 11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Slack連携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Slack上でのやり取りに対応</a:t>
            </a:r>
          </a:p>
        </p:txBody>
      </p:sp>
      <p:sp>
        <p:nvSpPr>
          <p:cNvPr id="17" name="Chevron 16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長時間タスク実行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長時間かかる自律タスクの実行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プランと使える機能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プラン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Chat/Work/Codex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GitHub連携等の高度機能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利用可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利用不可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Plus/Pro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利用可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利用可(クレジット制)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Business/Enterprise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利用可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利用可(クレジット制)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eesel AI(2026)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対応プラン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Chat・Work・Codexの3モードは無料プランを含む全プランで利用できる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GitHub連携やPR自動レビュー等の高度な機能は、有料プランのクレジット制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Free/Go/Plus/Pro/Business/Edu/Enterpriseいずれの契約でも基本3モードは使える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TechTimes(2026-07-10)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Codex利用料の月額の幅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$0〜200+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プランへの組み込み料金(単体販売ではない)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eesel AI(2026)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コスト目安のレンジ(開発者1人あたり/月)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10881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eesel AI(2026)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共有クレジット枠について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Work・Codex・ChatGPT for Excel・Workspace Agentsは同じ「エージェント利用枠」を共有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2026年4月2日、Codexの利用制限がメッセージ数上限からトークン連動のクレジット制に変更済み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利用が多い週ほどコストが上がる仕組みだが、契約プランの月額自体は変わらない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eesel AI(2026)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同日発表だった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7/9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統合アプリ発表とGPT-5.6一般提供が同じ日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Neowin/quasa.io(2026-07-09)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GPT-5.6との関係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Work・Codexを含む統合アプリは、GPT-5.6の一般提供開始と同日に発表された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新モデルのリリースに合わせてプロダクト構成も一新するという、OpenAIの発表の型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モデルの性能自体の詳細は本テーマの範囲外(構成変更に絞って扱う)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Neowin/quasa.io(2026-07-09)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なぜ統合したのか(推測)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利用シーンの一本化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会話・業務・開発をまたぐ体験を1つに集約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囲い込みの強化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1つのアプリで完結させ他ツールへの流出を防ぐ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差別化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業務特化のWorkモードで他社と違いを出す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見る人によって違う景色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ユーザー視点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アプリを1つ覚えればよくなった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モード切替で用途を使い分けられる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無料でも3モード使える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OpenAI視点(推測)</a:t>
            </a:r>
          </a:p>
        </p:txBody>
      </p:sp>
      <p:sp>
        <p:nvSpPr>
          <p:cNvPr id="13" name="Oval 12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利用シーンを自社アプリ内に集約</a:t>
            </a:r>
          </a:p>
        </p:txBody>
      </p:sp>
      <p:sp>
        <p:nvSpPr>
          <p:cNvPr id="15" name="Oval 14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業務用途で新たな顧客層を狙う</a:t>
            </a:r>
          </a:p>
        </p:txBody>
      </p:sp>
      <p:sp>
        <p:nvSpPr>
          <p:cNvPr id="17" name="Oval 16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モデル発表と同時に話題を作る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AIエージェントが日常に入り込む流れ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チャット相手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としてのAI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業務ツール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資料作成・分析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開発チームの一員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としてのAI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前回テーマ(Buzz)との共通点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前回は「AIエージェントをチームのメンバーとして扱う」という設計思想を紹介した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今回のWorkモードも、AIが日常業務の中に溶け込んでいく流れの一例と言える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AIが「会話する相手」から「一緒に作業する相手」へと役割を広げている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見送った候補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Grok 4.5の論争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独立系の一次報道が薄く見送り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中国の新AI規制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一次情報未確認・高リスクのため見送り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Oracle/Black Lakeの発表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企業リリースの域を出ず見送り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不明点・注意点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Workモードの具体的なUI・操作画面の詳細は未確認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旧Codexアプリ単体が今後どうなるかの移行スケジュールは不明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競合他社の対応については、対立を煽らないため本テーマでは扱わない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リスク配慮のポイント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事実紹介に徹する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企業の製品発表という事実を淡々と紹介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対立を煽らない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他社比較・対立構造の誇張はしない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推測は明示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推測部分は「推測」と明言している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検品結果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verify_pptx.py(30枚)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同一レイアウト連続チェック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合格(4連続以上なし)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bullets比率チェック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合格(40%以下)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対話原稿スライド数整合性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合格(30枚全カバー)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Neowin(統合アプリ発表)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TechTimes(対応プラン)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quasa.io / kie.ai(GPT-5.6同日リリース)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eesel AI(Codex料金体系)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AIエージェントは、あなたの日常にも来ている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ChatGPT・Codexの統合は、AIが「会話相手」から「一緒に働く相手」へ変わる大きな流れの一部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次回もAI/エージェント系の動きを追いかけます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次回予告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AIエージェントが業務や開発にどこまで組み込まれるかは、今後も続くテーマ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次回も独立系メディアの報道をもとに、バイラル性の高い話題を選んで紹介する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ご意見・ご要望があれば教えてください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定期実行22本目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ご視聴ありがとうございました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出典・詳細はresearch.mdと各スライドの出典表記を参照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質問・フィードバックはいつでもどうぞ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