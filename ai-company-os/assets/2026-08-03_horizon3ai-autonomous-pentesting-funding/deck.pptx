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本日は自律型ペネトレーションテストのHorizon3.aiが2.5億ドルを調達したという話題をお届けします。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今日は、何が起きたのか、Horizon3.aiとは、資金調達の詳細、資金の使い道をお伝えします。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Horizon3.aiが、シリーズEラウンドで2.5億ドルを調達したと発表しました。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その調達額がこちら、2.5億ドルです。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Horizon3.aiは、自律型ペネトレーションテストを手がける企業です。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今回のラウンドは、新規7社・既存5社が参加し、応募超過の状態だったとされます。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評価額は約1年前の6.5億ドルから、今回20億ドル超まで、およそ3倍に上昇しました。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評価額の推移を図で見ると、1年でおよそ3倍に上昇しています。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累計調達額をまとめると、この表の通りです。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評価額は20億ドルを超え、シリーズD時点から約3倍に上昇しています。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報じたメディアは、SiliconANGLE、Forbes、Help Net Security、Unite.AI、betanewsなどです。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資金は、営業体制の拡充、海外展開、ブルーチームエージェントの開発に充てられるとされています。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『AI対AI』の構図を図で見ると、攻撃側・防御側の双方がAIを活用する時代に入っています。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ここで大事な点です。『AI対AI』の構図の詳細な技術的検証は、本調査の範囲では確認できていません。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ここまでを総括します。サイバーセキュリティがAI対AIの時代へ、その一つの節目です。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ここからは推測です。自律型防御の普及、海外展開の進捗、競合の対抗が焦点になりそうです。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想定される影響としては、企業の導入検討、業界全体の投資拡大が挙げられます。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既存のセキュリティ関連テーマとは、企業・情報の性質が異なり、重複ではありません。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本テーマでは数字の創作をせず、特定製品の利用を強く推奨する結論にもしていません。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出典はこの表の通り、公式発表を含む独立した複数の報道・専門メディアです。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確認できたことと確認できなかったことを正直に整理します。技術的な詳細検証はまだ確認できていません。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改めて確認します。Horizon3.aiが、2.5億ドルを調達しました。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従来の手動診断と比べると、自律型は継続的な実施が可能とされる点が特徴的です。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発表から報道、そして本日の話題化までの流れを図にすると、このようになります。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皆さんは、サイバーセキュリティがAI対AIの時代になることをどう思いますか。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数字で見ると、調達額2.5億ドル、評価額20億ドル超、累計調達額は4億2,850万ドルです。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改めて総括します。サイバー防御の主役がAIになる、その一つの節目でした。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海外展開の進捗、そしてブルーチームエージェントの詳細に注目していきましょう。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今回もありがとうございました。Horizon3.aiの資金調達の話題をお届けしました。次回もお楽しみに。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サイバー戦争の主役が、人間からAIに代わった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Horizon3.ai、シリーズEで2.5億ドルを調達(評価額20億ドル超)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Horizon3.ai公式・SiliconANGLE・Forbes ほか(2026-08-03)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Horizon3.aiとは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資金調達の詳細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資金の使い道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自律型ペネトレーションテストのHorizon3.aiが大型資金調達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シリーズEラウンドで2.5億ドルを確保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発表日は2026年8月3日、着手日の前日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Horizon3.ai公式プレスリリース(2026-08-03)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2.5億ドル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シリーズEラウンド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SiliconANGLE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企業名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Horizon3.ai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事業内容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自律型ペネトレーションテスト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2.5億ドル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評価額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20億ドル超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Horizon3.aiとは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事業領域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自律型ペネトレーションテスト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主力製品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NodeZero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主導投資家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NightDragon・NEA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ラウンドの特徴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主導投資家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既存投資家のNightDragon・NEAが主導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新規参加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新規投資家7社が参加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既存投資家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既存投資家5社も参加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応募状況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オーバーサブスクライブ(応募超過)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評価額の推移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今回の評価額は20億ドルを超える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約1年前のシリーズD時点の評価額は6.5億ドルだった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1年でおよそ3倍に上昇したことになる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Help Net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評価額の推移(概念)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シリーズD(約1年前)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評価額6.5億ドル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シリーズE(今回)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評価額20億ドル超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累計調達額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4億2,850万ドル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今回の調達額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2.5億ドル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累計調達額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4億2,850万ドル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20億ドル超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シリーズD時点(6.5億ドル)から約3倍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Help Net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報じたメディア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SiliconANGLE / Forbes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資金調達の概要を報道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Help Net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評価額の推移を報道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Unite.AI / betanews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資金の使い道を解説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資金の使い道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営業体制の拡充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オーストラリア・シンガポールへの事業展開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脆弱性を自動修復する『ブルーチーム』エージェントの開発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Unite.AI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『AI対AI』のサイバーセキュリティ(概念)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攻撃側のAI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AIを活用した攻撃(既存テーマ参照)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防御側のAI(Horizon3.ai)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自律型ペネトレーションテスト・ブルーチームエージェント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AI対AIの時代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両者がAIを活用する構図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『AI対AI』の構図の詳細な技術的検証は本調査の範囲では未確認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ブルーチームエージェントの具体的な仕組みは未確認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海外展開の具体的な時期・規模は未確認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ここまでの総括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サイバーセキュリティが、AI対AIの時代へ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Horizon3.ai、2.5億ドルを調達(2026年8月3日)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自律型防御の普及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自律型ペネトレーションテストの利用が広がる可能性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海外展開の進捗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オーストラリア・シンガポールでの事業展開が進む可能性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競合の対抗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同様のサービスを手がける企業が増える可能性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想定される影響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企業のセキュリティ部門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自律型ペネトレーションテストの導入検討が進む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サイバーセキュリティ業界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AI対AIの防御技術への投資が拡大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投資家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セキュリティ関連スタートアップへの関心の高まり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違い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CrowdStrike脅威ハンティングレポート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業界全体の脅威動向分析であり、資金調達ではない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数字の創作はせず、報道された内容のみを扱う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『AI対AI』という表現をHorizon3.ai側の位置づけとして紹介する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特定製品の利用を強く推奨する結論にはしない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Horizon3.ai公式(BusinessWire経由)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資金調達の公式発表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SiliconANGLE / Forbes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資金調達の概要を報道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Help Net Security / Unite.AI / betanews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評価額推移・資金の使い道を報道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確認済み: 調達額・評価額・主導投資家・資金の使い道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確認済み: 累計調達額・評価額の推移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未確認: 『AI対AI』の詳細な技術的検証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未確認: ブルーチームエージェントの具体的な仕組み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Horizon3.ai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2.5億ドルを調達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評価額20億ドル超、NightDragon・NEA主導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従来のペネトレーションテストと自律型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従来のペネトレーションテスト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専門家による手動診断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実施頻度が限られる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自律型(Horizon3.ai)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AIによる自律的な診断・修復支援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継続的な実施が可能とされる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資金調達の発表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2026年8月3日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複数媒体が報道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セキュリティ専門メディアが解説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着手日に話題化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本日、注目を集める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サイバーセキュリティがAI対AIの時代になること、どう思いますか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自律型のセキュリティツール、導入してみたいと思いますか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数字で見る今回の資金調達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調達額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2.5億ドル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評価額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20億ドル超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累計調達額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4億2,850万ドル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サイバー防御の主役が、AIになる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Horizon3.ai、2.5億ドルを調達(2026年8月3日)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海外展開の進捗、ブルーチームエージェントの詳細に注目していきます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Horizon3.ai、シリーズEで2.5億ドルを調達(2026年8月3日)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評価額は20億ドル超、『AI対AI』のサイバーセキュリティ時代を掲げる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技術的な詳細検証は未確認である点を正直に開示した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Horizon3.ai公式・SiliconANGLE・Forbes ほか(2026-08-03)｜定期実行111本目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