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調達額(百万ドル)</c:v>
                </c:pt>
              </c:strCache>
            </c:strRef>
          </c:tx>
          <c:spPr>
            <a:solidFill>
              <a:srgbClr val="2B3A55"/>
            </a:solidFill>
          </c:spPr>
          <c:cat>
            <c:strRef>
              <c:f>Sheet1!$A$2:$A$3</c:f>
              <c:strCache>
                <c:ptCount val="2"/>
                <c:pt idx="0">
                  <c:v>Act Security(総額)</c:v>
                </c:pt>
                <c:pt idx="1">
                  <c:v>Hush Security(シリーズA)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2B3A55"/>
                  </a:solidFill>
                  <a:latin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コールドオープン: 冒頭で「同じ日に2社・計9,000万ドル」という具体的な数字を即座に提示し、挨拶・前置きを省く。1社の資金調達ではなく偶然の一致に見える収束を先に置くことで、単発ニュースではないことを伝える。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結論を先に提示する。「AIの性能」ではなく「AIに渡す権限」に話題が移りつつあることを最初に示す。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視聴者が得られるものを先に提示し、離脱を防ぐ。専門用語を使わずに書く。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最初に情報の確度を開示する。あとで訂正するより先に限界を言う方針の実践箇所。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起承転結を予告する。ここまでが入口、ここから中身、という区切りを作る。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専門知識のない視聴者のための前提スライド。「権限」を鍵という日常語に言い換える。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権限が「与えっぱなし」で積み上がる流れを4段階の図で示す。文字で説明せず図解にする。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予測であって実績ではない。ナレーションでも「予測です」と必ず添える。この桁の違いが、なぜ今この分野に資金が入るのかの説明になる。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予測であることを表の中にも明記する。数字だけが独り歩きしないようにする。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1社目。製品の宣伝ではなく「どういう考え方に金が付いたか」として紹介する。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この内訳は複数媒体で一致しているが、公式発表の本文では確認できていない。ナレーションでもその旨に触れる。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こちらは公式リリースがある方。1社目と合わせて同日で9,000万ドルになる。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2社目。大手のAkamaiが入った点は、既存プレイヤーがこの領域を重視し始めた動きとして触れるが、Akamai側の意図は公表されていないため断定しない。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Act側は「総額(シード+シリーズA)」、Hush側は「シリーズA単独」であり、性質の異なる数字を並べている点にナレーションで触れる。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2社を優劣で比べない。同じ課題に別の入り口があることを示す。どちらが優れているかは第三者検証がないため述べない。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考え方を3段階に分解する。企業向けの話に見えるが、個人が自分のAIツールに権限を渡すときにも同じ順番で考えられる。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引用の帰属に「予測であり実績ではない」を必ず含める。ここが本テーマで最も独り歩きしやすい数字。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専門用語を1つだけ導入し、日常の言葉で説明する。用語を覚えさせるのが目的ではなく、ニュースを読めるようにするのが目的。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海外ニュースを紹介して終わらせず、日本での議論に接続する。ここまでが中身、という区切りを置く。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転の入り口。資金調達を成功物語として語らず、あくまで「投資家がそう見ている」段階だと示す。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一方的に持ち上げない。確かなことと不確かなことを同じ大きさで並べる。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企業向けの話を個人でも実行できる形に落とす。製品を買えという結論にはしない。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個人と企業の2つの視点を用意し、視聴者が自分の立場で受け取れるようにする。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推測であることをスライド上でもナレーションでも明示する。断定しない方針の実践箇所。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個別ニュースを大きな流れの中に置く。この順番は解説者側の整理であり、公式な段階分けではない点をナレーションで補う。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3つとも「数字はあるが、性質が違う」という共通点でまとめる。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不明点を隠さず表にする。ここを飛ばさずナレーションでも読み上げる。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制作過程そのものを開示する。使わなかった数字があることまで言うのは、信頼の担保として意味がある。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3枚のカードで全体を回収する。次のスライドで学びに変換する。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結のキーメッセージ。製品を勧めるのではなく、視聴者自身の行動を1つに絞る。誇張せず事実に基づいて締める。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同じ日に、2社。AIエージェントの「権限」に計9,000万ドル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Act Securityが総額6,000万ドル、Hush Securityが3,000万ドル(いずれも2026年7月28日発表)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PR Newswire(公式), SiliconANGLE, SecurityWeek、2026-07-28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今回の結論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何が起きたか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AIエージェントのアクセス権限を統制する企業2社が、同じ日に計9,000万ドルを調達した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なぜ重要か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エージェントに仕事を任せるほど、そのエージェントが持つ権限が問題になるため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この動画で得られること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AIエージェントに権限を渡すとき、何が危ないのかが分かる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投資家がいま何にお金を出しているのかを、出典付きで整理して知れる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自分やチームで確認すべきことが分かる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この話の確かさについて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根拠がある部分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片方は公式プレスリリース。金額・投資家は複数の媒体が一致した数字で報じている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限界がある部分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記事本文は今回の調査環境から取得できず、検索結果の要約経由での確認である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今日話すこと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起: 前提知識 + 何が起きたか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承: 2社の発表と、その背景にある数字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転: これは何を意味するか・どう使えるか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結: 慎重に見る点・不明点・まとめ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前提知識: 「AIエージェントに権限を渡す」とは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AIエージェント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指示を受けて、人の代わりに自分で手順を決めて作業を進めるプログラム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権限を渡す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メールを読む、ファイルを消す、決済する。そのための鍵(アカウントやAPIキー)を預けること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何が違うのか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人と違い、24時間止まらず、同時に何十件も動き、疲れも迷いもなく実行してしまう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なぜ権限が問題になるのか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①鍵を預ける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作業させるため権限を与える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571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②鍵が残る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8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作業が終わっても権限は消えない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③数が増える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エージェントごとに鍵が増えていく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579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53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07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0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④誰の鍵か不明に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0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何がどこまで触れるか分からなくなる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2028年、1社あたりのAIエージェント数(予測)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15万超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調査会社Gartnerの予測。2025年時点では1社あたり15未満とされる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Gartner 公式プレスリリース(2026-04-28)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Gartnerの予測を数字で見る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平均的なグローバルFortune 500企業が使うAIエージェント数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2025年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15未満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2028年(予測)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15万超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扱い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調査会社の予測であり、実績値ではない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Gartner 公式プレスリリース(2026-04-28)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発表①: Act Security(2026年7月28日)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調達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総額6,000万ドルでステルス状態から公表に踏み切った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誰が作ったか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医療機器セキュリティのMedigate(約4億ドルで買収)を作ったチームが2025年に創業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考え方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脆弱性を数え続けるのではなく、攻撃が成立する条件である過剰な権限そのものを減らす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SiliconANGLE, SecurityWeek(2026-07-28)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Act Securityの調達内訳(報道より)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ラウンド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金額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主導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シード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2,000万ドル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Team8、Bessemer Venture 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シリーズA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4,000万ドル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Notable Capital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6,000万ドル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SiliconANGLE, Yahoo Finance, FinSMEs(2026-07-28)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発表②の調達額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3,000万ドル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Hush Securityのシリーズが、公式プレスリリースで発表された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PR Newswire(公式、2026-07-28)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発表②: Hush Security(2026年7月28日)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調達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シリーズAで3,000万ドル。累計4,100万ドルで、ステルス脱却から1年未満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誰が入ったか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Akamaiが戦略投資家として新規参加。既存のBattery Ventures・YL Venturesも参加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考え方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常時与えっぱなしの権限をなくし、必要なときだけ範囲を絞って渡し、記録し、取り消せるようにする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PR Newswire(公式、2026-07-28), Calcalist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同じ日に発表された2社の調達額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63040"/>
          <a:ext cx="10881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SiliconANGLE, PR Newswire(2026-07-28)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同じ問題に、違う角度から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Act Security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到達できる範囲そのものを狭める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人・処理・AIエージェントに境界を引く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インフラの層で対処する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Hush Security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常時権限をなくし、都度・限定で渡す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非人間アイデンティティを対象にする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記録と取り消しを1か所に集める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「常時権限をなくす」とはどういうことか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①常時から都度へ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ずっと有効な鍵をやめ、必要なときだけ鍵を出す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②範囲を絞る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「全部できる」ではなく「この作業だけ」に限定する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③記録して取り消す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誰が何をしたかを残し、いつでも止められるようにする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“2028年までに、平均的なグローバルFortune 500企業は15万を超えるAIエージェントを使用する。2025年時点では15未満だった。”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3E4F5"/>
                </a:solidFill>
                <a:latin typeface="Yu Gothic"/>
              </a:rPr>
              <a:t>— Gartner 公式プレスリリース(2026-04-28)より要約。将来予測であり実績値ではない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「非人間アイデンティティ」という言葉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人以外がシステムを使うときの身元。APIキー、サービスアカウント、そしてAIエージェント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人のアカウントと違い、退職も異動もないため、作られたまま残りやすい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AIエージェントはこの分類の中で、いま最も急に数が増えている部分にあたる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Okta Japan, 日本総研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日本語でも、同じ議論がある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Okta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AIエージェント時代に「非人間アイデンティティ」の管理が重要になると解説している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日本総研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AIエージェントへの権限委任と、KYA(Know Your Agent)の必要性を論じている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つまり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海外だけの話ではなく、日本語でも同じ論点が提起されている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Okta Japan, 日本総研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つまり、何が起きているのか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話題の移り変わり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「AIがどれだけ賢いか」から「AIに何をさせてよいか」へ関心が移ってきている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投資の向き先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モデルを作る側だけでなく、モデルを働かせるときの安全側にも資金が入り始めた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ただし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資金が入ったことと、問題が解決したことは別である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この話をどう受け取るか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確かだと言えること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同じ日に2社が同じ問題で資金を得た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片方には公式リリースがある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Gartnerが桁違いの増加を予測している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慎重に見るべきこと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製品の効果は第三者検証されていない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予測は予測であって実績ではない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同日発表が意図的かどうかは不明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自分やチームで、今日からできること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①棚卸しする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どのAIツールに、どのアカウントの権限を渡しているか書き出す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②範囲を見る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読むだけで足りるものに、書き込み・削除の権限まで渡していないか確認する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③止め方を決める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おかしいと思ったとき、誰がどうやって止めるかを先に決めておく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これで何が変わるか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個人にとって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AIツールに権限を渡すとき、「何ができるか」より「何をさせないか」を見る習慣がつく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企業にとって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エージェント導入の議論に、権限設計と記録という項目が最初から必要になる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仕事への影響(ここからは推測)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権限設計や監査という地味な作業の重要度が上がる可能性がある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AI導入の担当者に、セキュリティ側の知識が求められる場面が増えるかもしれない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ただしこれは推測であり、実際にどうなるかはまだ分からない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生成AIをめぐる関心の移り変わり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性能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どれだけ賢く答えられるか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571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使わせ方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8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どう業務に組み込むか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権限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どこまで実行させてよいか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579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53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07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0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記録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0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何をしたか後から追えるか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冷静に見る点、3つ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資金調達は期待の表明であって、製品が効くことの証明ではない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Gartnerの15万という数字は2028年の予測であり、現時点の実績ではない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同じ日の2社発表は、偶然の一致である可能性もある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今回、確認できなかったこと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状況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各社の公式リリース本文・報道記事本文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9つの情報源すべてがHTTP 403で、本調査環境から取得できなかった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Act Securityの調達内訳の公式な裏付け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複数媒体で一致しているが公式発表本文では未確認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両社の日本国内での提供状況・導入事例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確認できなかった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製品の効果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第三者による検証結果は見つからなかった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この動画の作り方について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鮮度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発表は2026年7月28日。この動画の制作日は7月29日で、1日後にあたる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数字の出どころ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金額はすべて公式リリースまたは複数媒体の一致した報道に基づき、推測では補っていない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使わなかった数字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出典元を特定できなかった統計が1つあり、それは意図的に使っていない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今日の要点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起きたこと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AIエージェントの権限を扱う2社が、同じ日に計9,000万ドルを調達した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エージェントの数が桁違いに増えるという予測が、この分野への関心を押し上げている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持ち帰ること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AIに何ができるかと同じくらい、何をさせないかを決める必要がある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AIに任せるほど、渡した鍵の数を数えておく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性能の話題の裏側で、権限をどう扱うかにお金が動き始めている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自分が使っているAIツールに、どこまでの権限を渡しているか一度書き出してみる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