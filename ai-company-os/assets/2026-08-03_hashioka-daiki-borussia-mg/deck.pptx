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たった1回の練習で監督を惚れ込ませた日本人選手がいます。今日はこの明るい話題を、出典付きで整理してお伝えします。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まずは基本情報から。橋岡選手が加入したのは、ドイツ1部リーグ、ブンデスリーガのクラブです。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橋岡選手が、ブンデスリーガのボルシアMGへ移籍することが正式に発表されました。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移籍発表からデビュー戦まで、短い期間で話が進みました。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橋岡選手がデビューした試合、チームは3対1で勝利しました。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橋岡選手は後半から出場し、新天地でのデビューを果たしました。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監督自身が、この評価を残しています。たった1回の練習での評価です。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監督のコメントを詳しく紹介します。加入直後からの高い評価です。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移籍の概要をまとめました。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契約期間は、2027年6月末までのレンタル移籍です。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橋岡選手のここまでの歩みを簡単に整理しました。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選手本人も、この移籍への前向きな気持ちを語っています。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ボルシアMGには、既に町野修斗選手も所属しており、日本人選手が複数在籍する状況です。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移籍前後の変化を整理しました。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買取オプションの金額は、報道では推定値として紹介されていますが、確定額としては確認できていません。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この話題は、政治的な要素がなく、安心して楽しめる明るいニュースです。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監督のコメントから、この4つの評価ポイントが読み取れます。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この話題は、着手日から3日前〜当日の出来事です。非常に新しい話題として扱っています。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ここまでの内容を総括します。移籍からわずか数日で、監督からの高い評価を獲得しました。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既存テーマとの重複がないことを確認しています。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移籍発表からわずか4日で、監督の高評価が報道されるスピード感でした。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最後にもう一度、選手本人の前向きな言葉を振り返ります。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「たった1回の練習」で監督を惚れ込ませた日本人がいる。この明るい話題を、今日はお伝えしました。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今回は、橋岡大樹選手のボルシアMG移籍・デビュー戦の話題をお伝えしました。ご視聴ありがとうございました。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「たった1回の練習」で監督を惚れ込ませた日本人がいる。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橋岡大樹選手、ボルシアMGへ完全移籍・デビュー戦で監督が絶賛(2026年7月30日〜8月3日)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フットボールチャンネル・Goal.com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移籍先クラブのリーグ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ブンデスリーガ</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橋岡大樹選手が加入したボルシア・メンヒェングラートバッハが所属するドイツ1部リーグ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フットボールチャンネル(2026-07-30)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何が起きたのか(移籍決定)</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デビュー戦の様子</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監督の評価コメント</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選手本人のコメント</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確認できなかったこと・今後の見通し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2026年7月30日の出来事のポイントです。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日本代表DF橋岡大樹選手が、ボルシアMGへの移籍を発表した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移籍元はチェコのスラヴィア・プラハ</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買取オプション付きの期限付き移籍(レンタル)</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契約期間は2027年6月30日まで</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同クラブにはFW町野修斗選手も所属している</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フットボールチャンネル(2026-07-30)</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移籍決定までの流れ(概念図)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スラヴィア・プラハ所属</a:t>
            </a:r>
          </a:p>
        </p:txBody>
      </p:sp>
      <p:sp>
        <p:nvSpPr>
          <p:cNvPr id="9" name="Right Arrow 8"/>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ボルシアMGとの合意</a:t>
            </a:r>
          </a:p>
        </p:txBody>
      </p:sp>
      <p:sp>
        <p:nvSpPr>
          <p:cNvPr id="13" name="Right Arrow 12"/>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移籍発表(7/30)</a:t>
            </a:r>
          </a:p>
        </p:txBody>
      </p:sp>
      <p:sp>
        <p:nvSpPr>
          <p:cNvPr id="17" name="Right Arrow 16"/>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デビュー戦(プレシーズン)</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デビュー戦の結果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3-1で勝利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プレシーズンマッチ、ハンザ・ロストック戦</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Goal.com日本版(2026-08-03)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デビュー戦の様子</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対戦相手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ハンザ・ロストック(プレシーズンマッチ)</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出場時間</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後半から出場</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結果</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チームは3-1で勝利</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“彼がここにいてくれてうれしい。スカウティングも非常にうまくいった。大樹はたった1回の練習で素晴らしいプレーを見せてくれた。”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エウゲン・ポランスキ監督(Goal.com日本版、2026-08-03)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監督の評価コメント(詳しく)</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ポランスキ監督のコメントのポイントです。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『彼がここにいてくれてうれしい』とチーム加入を歓迎</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『スカウティングも非常にうまくいった』と獲得判断を評価</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『たった1回の練習で素晴らしいプレーを見せてくれた』と実力を評価</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『彼は非常に賢い選手だとわかる』と選手としての判断力も評価</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Goal.com日本版(2026-08-03)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移籍の概要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選手名</a:t>
                      </a:r>
                    </a:p>
                  </a:txBody>
                  <a:tcPr>
                    <a:solidFill>
                      <a:srgbClr val="FFFFFF"/>
                    </a:solidFill>
                  </a:tcPr>
                </a:tc>
                <a:tc>
                  <a:txBody>
                    <a:bodyPr/>
                    <a:lstStyle/>
                    <a:p>
                      <a:pPr>
                        <a:defRPr sz="1200">
                          <a:solidFill>
                            <a:srgbClr val="20261F"/>
                          </a:solidFill>
                          <a:latin typeface="Yu Gothic"/>
                        </a:defRPr>
                      </a:pPr>
                      <a:r>
                        <a:t>橋岡大樹(日本代表DF)</a:t>
                      </a:r>
                    </a:p>
                  </a:txBody>
                  <a:tcPr>
                    <a:solidFill>
                      <a:srgbClr val="FFFFFF"/>
                    </a:solidFill>
                  </a:tcPr>
                </a:tc>
              </a:tr>
              <a:tr h="502920">
                <a:tc>
                  <a:txBody>
                    <a:bodyPr/>
                    <a:lstStyle/>
                    <a:p>
                      <a:pPr>
                        <a:defRPr sz="1200">
                          <a:solidFill>
                            <a:srgbClr val="20261F"/>
                          </a:solidFill>
                          <a:latin typeface="Yu Gothic"/>
                        </a:defRPr>
                      </a:pPr>
                      <a:r>
                        <a:t>移籍元</a:t>
                      </a:r>
                    </a:p>
                  </a:txBody>
                  <a:tcPr>
                    <a:solidFill>
                      <a:srgbClr val="F4F1E6"/>
                    </a:solidFill>
                  </a:tcPr>
                </a:tc>
                <a:tc>
                  <a:txBody>
                    <a:bodyPr/>
                    <a:lstStyle/>
                    <a:p>
                      <a:pPr>
                        <a:defRPr sz="1200">
                          <a:solidFill>
                            <a:srgbClr val="20261F"/>
                          </a:solidFill>
                          <a:latin typeface="Yu Gothic"/>
                        </a:defRPr>
                      </a:pPr>
                      <a:r>
                        <a:t>スラヴィア・プラハ(チェコ)</a:t>
                      </a:r>
                    </a:p>
                  </a:txBody>
                  <a:tcPr>
                    <a:solidFill>
                      <a:srgbClr val="F4F1E6"/>
                    </a:solidFill>
                  </a:tcPr>
                </a:tc>
              </a:tr>
              <a:tr h="502920">
                <a:tc>
                  <a:txBody>
                    <a:bodyPr/>
                    <a:lstStyle/>
                    <a:p>
                      <a:pPr>
                        <a:defRPr sz="1200">
                          <a:solidFill>
                            <a:srgbClr val="20261F"/>
                          </a:solidFill>
                          <a:latin typeface="Yu Gothic"/>
                        </a:defRPr>
                      </a:pPr>
                      <a:r>
                        <a:t>移籍先</a:t>
                      </a:r>
                    </a:p>
                  </a:txBody>
                  <a:tcPr>
                    <a:solidFill>
                      <a:srgbClr val="FFFFFF"/>
                    </a:solidFill>
                  </a:tcPr>
                </a:tc>
                <a:tc>
                  <a:txBody>
                    <a:bodyPr/>
                    <a:lstStyle/>
                    <a:p>
                      <a:pPr>
                        <a:defRPr sz="1200">
                          <a:solidFill>
                            <a:srgbClr val="20261F"/>
                          </a:solidFill>
                          <a:latin typeface="Yu Gothic"/>
                        </a:defRPr>
                      </a:pPr>
                      <a:r>
                        <a:t>ボルシア・メンヒェングラートバッハ(ドイツ)</a:t>
                      </a:r>
                    </a:p>
                  </a:txBody>
                  <a:tcPr>
                    <a:solidFill>
                      <a:srgbClr val="FFFFFF"/>
                    </a:solidFill>
                  </a:tcPr>
                </a:tc>
              </a:tr>
              <a:tr h="502920">
                <a:tc>
                  <a:txBody>
                    <a:bodyPr/>
                    <a:lstStyle/>
                    <a:p>
                      <a:pPr>
                        <a:defRPr sz="1200">
                          <a:solidFill>
                            <a:srgbClr val="20261F"/>
                          </a:solidFill>
                          <a:latin typeface="Yu Gothic"/>
                        </a:defRPr>
                      </a:pPr>
                      <a:r>
                        <a:t>移籍形態</a:t>
                      </a:r>
                    </a:p>
                  </a:txBody>
                  <a:tcPr>
                    <a:solidFill>
                      <a:srgbClr val="F4F1E6"/>
                    </a:solidFill>
                  </a:tcPr>
                </a:tc>
                <a:tc>
                  <a:txBody>
                    <a:bodyPr/>
                    <a:lstStyle/>
                    <a:p>
                      <a:pPr>
                        <a:defRPr sz="1200">
                          <a:solidFill>
                            <a:srgbClr val="20261F"/>
                          </a:solidFill>
                          <a:latin typeface="Yu Gothic"/>
                        </a:defRPr>
                      </a:pPr>
                      <a:r>
                        <a:t>買取オプション付き期限付き移籍</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契約期間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2027年6月30日まで</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買取オプション付きの期限付き移籍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フットボールチャンネル</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橋岡選手のキャリアの歩み(概要)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日本代表DFとして活動</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スラヴィア・プラハ所属</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ボルシアMGへ移籍(7/30)</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プレシーズン戦でデビュー</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選手本人のコメント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移籍決定時の橋岡選手本人のコメントです。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『すぐに挑戦したいと思った』とコメントしている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『本当に嬉しかった』と移籍決定時の心境を語っている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ブンデスリーガという新しい環境への意欲を示している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Qoly-Sports・フットボールチャンネル(2026-07-30)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同クラブの日本人選手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橋岡大樹選手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DF、2026年7月30日加入</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町野修斗選手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FW、既に同クラブに所属</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クラブの日本戦略</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複数の日本人選手を獲得する動きがあると報じられている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移籍前 と 移籍後</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移籍前(スラヴィア・プラハ)</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チェコリーグでプレー</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日本代表DFとして活動</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移籍後(ボルシアMG)</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ブンデスリーガでの挑戦</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監督から高い評価を獲得</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買取オプションの推定額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最大3.8億円か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報道による推定値(確定額としては未確認)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Qoly-Sports(2026-07-30)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この話題が明るいニュースである理由</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本テーマを取り上げた理由です。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日本代表選手のブンデスリーガ新天地デビューという明るい話題</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加入直後から監督が高く評価するという分かりやすいフック</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政治的な話題や企業間の対立とは無関係で、安心して楽しめる内容</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既存テーマにこの選手・この移籍を扱ったものはない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監督が評価したポイント(概念図)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スカウティングの成功</a:t>
            </a:r>
          </a:p>
        </p:txBody>
      </p:sp>
      <p:sp>
        <p:nvSpPr>
          <p:cNvPr id="9" name="Right Arrow 8"/>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1回の練習での好プレー</a:t>
            </a:r>
          </a:p>
        </p:txBody>
      </p:sp>
      <p:sp>
        <p:nvSpPr>
          <p:cNvPr id="13" name="Right Arrow 12"/>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選手としての賢さ</a:t>
            </a:r>
          </a:p>
        </p:txBody>
      </p:sp>
      <p:sp>
        <p:nvSpPr>
          <p:cNvPr id="17" name="Right Arrow 16"/>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チームへの歓迎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本テーマのまとめ表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移籍発表日</a:t>
                      </a:r>
                    </a:p>
                  </a:txBody>
                  <a:tcPr>
                    <a:solidFill>
                      <a:srgbClr val="FFFFFF"/>
                    </a:solidFill>
                  </a:tcPr>
                </a:tc>
                <a:tc>
                  <a:txBody>
                    <a:bodyPr/>
                    <a:lstStyle/>
                    <a:p>
                      <a:pPr>
                        <a:defRPr sz="1200">
                          <a:solidFill>
                            <a:srgbClr val="20261F"/>
                          </a:solidFill>
                          <a:latin typeface="Yu Gothic"/>
                        </a:defRPr>
                      </a:pPr>
                      <a:r>
                        <a:t>2026年7月30日</a:t>
                      </a:r>
                    </a:p>
                  </a:txBody>
                  <a:tcPr>
                    <a:solidFill>
                      <a:srgbClr val="FFFFFF"/>
                    </a:solidFill>
                  </a:tcPr>
                </a:tc>
              </a:tr>
              <a:tr h="502920">
                <a:tc>
                  <a:txBody>
                    <a:bodyPr/>
                    <a:lstStyle/>
                    <a:p>
                      <a:pPr>
                        <a:defRPr sz="1200">
                          <a:solidFill>
                            <a:srgbClr val="20261F"/>
                          </a:solidFill>
                          <a:latin typeface="Yu Gothic"/>
                        </a:defRPr>
                      </a:pPr>
                      <a:r>
                        <a:t>デビュー戦</a:t>
                      </a:r>
                    </a:p>
                  </a:txBody>
                  <a:tcPr>
                    <a:solidFill>
                      <a:srgbClr val="F4F1E6"/>
                    </a:solidFill>
                  </a:tcPr>
                </a:tc>
                <a:tc>
                  <a:txBody>
                    <a:bodyPr/>
                    <a:lstStyle/>
                    <a:p>
                      <a:pPr>
                        <a:defRPr sz="1200">
                          <a:solidFill>
                            <a:srgbClr val="20261F"/>
                          </a:solidFill>
                          <a:latin typeface="Yu Gothic"/>
                        </a:defRPr>
                      </a:pPr>
                      <a:r>
                        <a:t>プレシーズンマッチ、ハンザ・ロストック戦</a:t>
                      </a:r>
                    </a:p>
                  </a:txBody>
                  <a:tcPr>
                    <a:solidFill>
                      <a:srgbClr val="F4F1E6"/>
                    </a:solidFill>
                  </a:tcPr>
                </a:tc>
              </a:tr>
              <a:tr h="502920">
                <a:tc>
                  <a:txBody>
                    <a:bodyPr/>
                    <a:lstStyle/>
                    <a:p>
                      <a:pPr>
                        <a:defRPr sz="1200">
                          <a:solidFill>
                            <a:srgbClr val="20261F"/>
                          </a:solidFill>
                          <a:latin typeface="Yu Gothic"/>
                        </a:defRPr>
                      </a:pPr>
                      <a:r>
                        <a:t>デビュー戦結果</a:t>
                      </a:r>
                    </a:p>
                  </a:txBody>
                  <a:tcPr>
                    <a:solidFill>
                      <a:srgbClr val="FFFFFF"/>
                    </a:solidFill>
                  </a:tcPr>
                </a:tc>
                <a:tc>
                  <a:txBody>
                    <a:bodyPr/>
                    <a:lstStyle/>
                    <a:p>
                      <a:pPr>
                        <a:defRPr sz="1200">
                          <a:solidFill>
                            <a:srgbClr val="20261F"/>
                          </a:solidFill>
                          <a:latin typeface="Yu Gothic"/>
                        </a:defRPr>
                      </a:pPr>
                      <a:r>
                        <a:t>3-1で勝利</a:t>
                      </a:r>
                    </a:p>
                  </a:txBody>
                  <a:tcPr>
                    <a:solidFill>
                      <a:srgbClr val="FFFFFF"/>
                    </a:solidFill>
                  </a:tcPr>
                </a:tc>
              </a:tr>
              <a:tr h="502920">
                <a:tc>
                  <a:txBody>
                    <a:bodyPr/>
                    <a:lstStyle/>
                    <a:p>
                      <a:pPr>
                        <a:defRPr sz="1200">
                          <a:solidFill>
                            <a:srgbClr val="20261F"/>
                          </a:solidFill>
                          <a:latin typeface="Yu Gothic"/>
                        </a:defRPr>
                      </a:pPr>
                      <a:r>
                        <a:t>監督の評価</a:t>
                      </a:r>
                    </a:p>
                  </a:txBody>
                  <a:tcPr>
                    <a:solidFill>
                      <a:srgbClr val="F4F1E6"/>
                    </a:solidFill>
                  </a:tcPr>
                </a:tc>
                <a:tc>
                  <a:txBody>
                    <a:bodyPr/>
                    <a:lstStyle/>
                    <a:p>
                      <a:pPr>
                        <a:defRPr sz="1200">
                          <a:solidFill>
                            <a:srgbClr val="20261F"/>
                          </a:solidFill>
                          <a:latin typeface="Yu Gothic"/>
                        </a:defRPr>
                      </a:pPr>
                      <a:r>
                        <a:t>『たった1回の練習で素晴らしいプレー』</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移籍発表は2026年7月30日、着手日(2026-08-03)の3日前</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デビュー戦の評価報道は2026年8月3日、着手日当日</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今後のリーグ公式戦での起用状況は本ラウンドの調査時点では確認できていない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移籍3日 → 監督絶賛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橋岡大樹選手が、加入直後から監督の高い評価を獲得した</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リーグ公式戦での起用を注視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日本代表への影響も注目</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町野選手との共演も注目点</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具体的な起用状況はまだ不明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既存テーマとの違い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海外で活躍する他の日本人選手を扱ったテーマは既にあるが、橋岡選手・ボルシアMGを扱ったものはない</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本テーマの独自性</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移籍直後の監督評価という、フレッシュな切り口</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政治的リスク</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サッカーの移籍・デビュー戦という話題であり、政治的な要素は一切ない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 と できなかったこと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確認できたこと</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移籍発表・契約期間・デビュー戦の結果</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監督・選手本人のコメント</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確認できなかったこと</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買取オプションの確定金額</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今後のリーグ戦での起用状況</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クラブ公式発表の原文全体(WebFetchのアクセス制限により複数媒体経由の要約に基づく)</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買取オプションの確定金額(報道では推定値のみ)</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今後のブンデスリーガ公式戦での起用状況</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移籍発表からデビュー戦評価報道までの日数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2026年7月30日(移籍発表)から8月3日(評価報道)まで</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“すぐに挑戦したいと思った。”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橋岡大樹選手(フットボールチャンネル、2026-07-30)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ブンデスリーガ公式戦での起用状況</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町野修斗選手との共演の機会</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日本代表チームへの影響</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買取オプション行使の有無(将来的な話題)</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フットボールチャンネル・Goal.com ほか(2026-07-30〜08-03報道)｜定期実行83本目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最後に伝えたいこと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1回の練習 → 監督絶賛</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橋岡大樹選手の新天地での明るいスタートとして記憶しておきたい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新天地での挑戦は、始まったばかり。</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出典付きで、正確に整理してお届けしました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