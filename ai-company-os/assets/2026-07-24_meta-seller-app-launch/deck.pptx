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コールドオープン: 冒頭で具体的な数字を提示し、挨拶なしで核心から入る(2026-07-24のエンゲージメント設計ルールに基づく)。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起承転結を予告する。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専門用語を最初に整理する。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発表の概要を表で整理する。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Marketplaceの規模を数字で示す。冒頭のフックと呼応させる。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主な機能を整理する。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AI自動出品の流れを図で示す。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AIが具体的に何を作るのかを整理する。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ホーム画面の内容を表で整理する。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役割の違いを対比で見せる。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提供状況を正直に表で整理する。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追加されたセキュリティ機能を紹介する。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複数情報源での事実確認結果を表で示す。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想定利用者像を整理する。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想定される疑問に先回りして答える。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正直に、含まれなかったものも伝える。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ここからは推測であることを明言する。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見送った候補も具体的に共有する。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転換パート。ここから実践的な話に入る。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出来事の紹介だけで終わらせず、読み手にとっての意味を扱う。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実際に試す前のチェックリストとして提示する。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実践につながる進め方をステップで見せる。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個人視点も扱う。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不明点を正直に「不明」と明言する。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政治・対立を煽らないという制作方針を明確に伝える。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検品結果を表でまとめる。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出典を短く再掲する。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結のキーメッセージ。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オープンループで次回への引き。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最終スライド。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月間4億3000万点、写真1枚で出品完成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Meta、Facebook Marketplace出品者向けAIアプリ「Seller」を発表(2026年7月24日)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Meta公式, TechCrunch, 9to5Mac(2026-07-24)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起: 前提知識 + 何が起きたか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承: Sellerアプリの機能を詳しく見る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転: なぜ今このタイミングか、これは何を意味するか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結: 不明点・リスク配慮・まとめ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まず言葉の整理(初心者向け)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Facebook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Facebook内の個人間売買サービス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AI自動生成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写真や情報からAIが文章等を自動で作ること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2026年7月24日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新機能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Facebook Marketplace出品者向け単独アプリ「Seller」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対応OS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iOS(米国18歳以上)。Android・Webはテスト中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Meta公式ブログ(2026-07-24)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月間の出品点数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4億3000万点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世界のFacebook Marketplaceでの月間出品点数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TechCrunch(2026-07-24)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Sellerアプリの主な機能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AI自動出品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写真からタイトル・説明文・価格・カテゴリを自動作成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ホーム画面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その日優先すべきタスクを一覧表示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自動同期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既存のMarketplaceアカウントと自動的に同期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TechCrunch(2026-07-24)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写真からAIが出品情報を作る仕組み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商品の写真をアプリで撮影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AIが解析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Meta AIが写真を解析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出品情報が完成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タイトル・説明文・価格・カテゴリを自動生成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TechCrunch(2026-07-24)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AIが自動作成する項目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タイトル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商品名を自動で作成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説明文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商品の説明文を自動で作成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価格・カテゴリ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適切な価格帯・カテゴリを提案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TechCrunch(2026-07-24)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ホーム画面に表示される情報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発送待ちの商品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優先的に表示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買い手からのメッセージ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返信待ちのものを表示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価格見直しが必要な出品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リプライシング候補を表示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販売実績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直近の販売状況のスナップショット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TechCrunch(2026-07-24)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従来の出品とSellerアプリの違い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従来のMarketplace出品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手動でタイトル・説明文・価格を入力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複数の出品を横断管理しづらい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Sellerアプリ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写真からAIが出品情報を自動作成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専用ホーム画面でタスクを一元管理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提供状況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提供国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米国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対象年齢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18歳以上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対応OS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iOS(現時点)。Android・Webはテスト中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日本での提供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本調査時点では不明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9to5Mac(2026-07-24)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アカウント認証機能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無料の認証機能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アカウントの本人確認機能が追加された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狙い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取引の安全性を高める狙いと考えられる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TechCrunch(2026-07-24)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出典の確認結果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確認項目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全情報源で2026年7月24日と一致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対応OS・対象国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複数情報源で一致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月間出品点数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TechCrunchで確認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こんな人におすすめ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頻繁に出品する人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複数の出品をまとめて管理したい人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手間を減らしたい人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出品文章を毎回考えるのが面倒な人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よくある疑問(Q&amp;A)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日本でも使える?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現時点では米国限定(不明点あり)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AIの精度は?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具体的な精度データは公開情報からは確認できていない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今回含まれなかったもの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AIによる出品情報自動作成の精度・修正フローの詳細は確認できなかった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日本での提供時期・対象範囲は今回の発表では言及がなかった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なぜ今このタイミングで専用アプリを出したのか(推測)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競合対応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eBay等の既存ECプラットフォームへの対抗と考えられる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ヘビーユーザー強化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頻繁に出品する利用者の使い勝手を高める狙い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AI活用の広がり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生成AIを日常的なタスクに組み込む流れの一環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見送った候補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Google Gemini 4の事前学習開始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既存テーマと同一発表内の内容で重複するため見送り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 Kill Switch法案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政治的テーマとして高リスクのため見送り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これが意味すること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出品作業の自動化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文章作成の手間が減る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専用アプリの広がり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特定用途に特化したアプリが増える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AI活用の日常化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生成AIが身近な作業に組み込まれる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これは何を意味するのか(利用者にとって)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フリマ・個人売買での出品作業の手間が減る可能性がある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AIが自動で作る文章は、投稿前に自分でも確認することが大切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試すなら確認したいこと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対象地域か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現時点では米国限定であることを確認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対応OS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iOSで提供、Android・Webはテスト中であることを確認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AI生成内容の確認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自動作成された文章・価格は投稿前に確認する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実際に試す場合の進め方(目安、対象地域の場合)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①アプリを入手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対象地域・対象OSか確認してから入手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②写真を撮る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出品したい商品の写真を撮影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③AI生成内容を確認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自動作成された内容を確認してから出品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個人にとっての影響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普段使うフリマ・個人売買サービスにもAI自動生成機能が広がりつつある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手間が減る一方、内容の最終確認は自分で行うことが引き続き大切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不明点・注意点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AIによる出品情報自動作成の精度・誤情報時の修正フローは非公開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日本での提供時期・対象範囲は今回の発表では確認できていない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リスク配慮のポイント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事実紹介に徹する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企業のアプリ発表という事実を淡々と紹介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他社比較の誇張を避ける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eBay等との比較は推測の範囲に留める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推測は明示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推測部分は「推測」と明言している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検品結果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verify_pptx.py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同一レイアウト連続チェック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bullets比率チェック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対話原稿スライド数整合性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Meta公式ブログ / TechCrunch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9to5Mac / Engadget / Seeking 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出品は「書く」から「撮るだけ」の時代へ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写真1枚でAIがタイトル・説明文・価格まで自動作成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対象地域なら、まずは自動生成された内容を試して確認してみる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次回予告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AIによる日常タスクの自動化は続くテーマ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次回も独立系メディアの報道をもとに紹介する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定期実行30本目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ご視聴ありがとうございました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出典・詳細はresearch.mdと各スライドの出典表記を参照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質問・フィードバックはいつでもどうぞ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