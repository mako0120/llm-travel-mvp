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バドミントン世界選手権2026の決勝で、日本の2枚看板がともに準優勝という結果になりました。何が起きたのか、出典付きで正確に整理してお届けします。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結論から確認します。女子シングルスの山口茜選手、男子シングルスの奈良岡功大選手が、ともに決勝で敗れ準優勝となりました。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本日の流れです。大会概要から女子・男子それぞれの決勝結果、そして確認できなかったことまで整理します。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決勝当日から翌日にかけて複数メディアが報じた、鮮度の高い話題です。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BWFバドミントン世界選手権2026は、2026年8月17日から23日まで、インド・ニューデリーで開催されました。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世界選手権の決勝は8月23日に行われ、日本から男女それぞれのエースが進出しました。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女子シングルス決勝は、世界ランキング1位でパリ五輪金メダリストの安洗塋選手との対戦でした。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第1ゲームは終盤まで競り合いましたが、17-17から4連取され、今大会初めてゲームを落としました。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連覇を狙っていた山口茜選手ですが、世界ランキング1位の選手に惜しくも及びませんでした。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大会開幕から予選・準決勝を勝ち上がり、両選手ともに決勝まで進出しました。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男子シングルス決勝は、3年ぶりの決勝進出となった奈良岡功大選手が、フランスのアレックス・ラニエ選手と対戦しました。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男子シングルス決勝は、2ゲームともに11-21というスコアで、ストレート負けとなりました。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奈良岡功大選手にとっては、2023年大会に続き2度目の準優勝という結果になりました。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8月17日の開幕から、両選手が勝ち上がり、8月23日の決勝でともに準優勝という結果になりました。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両選手とも、世界トップクラスの実力を持つ対戦相手との決勝でした。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確定していることと、まだ確認できていないことを整理します。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これらの項目は本調査の範囲では確認できておらず、推測で埋めていません。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今大会の開催地は、インドの首都ニューデリーでした。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男女ともに決勝でストレート負けを喫し、準優勝という結果になりました。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世界選手権はバドミントン界最高峰の大会であり、決勝進出自体が高い実力の証明です。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複数の独立したメディアが決勝結果を報じており、内容としての一貫性を確認しています。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山口茜選手は連覇を逃す形に、奈良岡功大選手は2度目の準優勝となりました。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男女シングルスの決勝は、ともに2026年8月23日に行われました。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今回の結果の注目ポイントを3つにまとめました。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本テーマは、世界選手権における日本勢の最新結果として整理しています。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大会初日の好調な滑り出しから、決勝でのダブル準優勝という結果までのタイムラインです。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本テーマは、既存テーマが扱った大会初日とは異なる、大会最終日の決勝結果を扱っています。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山口茜選手・奈良岡功大選手は、世界選手権2026の決勝でともに準優勝という結果を残しました。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両選手はともに世界トップとの僅差を証明しており、今後のリベンジに期待が高まります。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本日はバドミントン世界選手権2026決勝の結果についてお届けしました。確認できなかったことは正直に開示しています。次回もお楽しみに。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山口茜・奈良岡功大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まさかのダブル準優勝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世界選手権2026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F5D9A8"/>
                </a:solidFill>
                <a:latin typeface="Yu Gothic"/>
              </a:rPr>
              <a:t>ニューデリーの死闘——出典付きで整理する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D9A857"/>
                </a:solidFill>
                <a:latin typeface="Yu Gothic"/>
              </a:rPr>
              <a:t>出典: 福井新聞ONLINE(2026年8月23日)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D9A8"/>
                </a:solidFill>
                <a:latin typeface="Yu Gothic"/>
              </a:rPr>
              <a:t>まず結論から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E8871E"/>
                </a:solidFill>
                <a:latin typeface="Yu Gothic"/>
              </a:rPr>
              <a:t>男女シングルスともに準優勝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山口茜選手・奈良岡功大選手が決勝で敗れる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D9A857"/>
                </a:solidFill>
                <a:latin typeface="Yu Gothic"/>
              </a:rPr>
              <a:t>出典: 福井新聞ONLINE(2026-08-23)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本日のアジェンダ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5D9A8"/>
                </a:solidFill>
                <a:latin typeface="Yu Gothic"/>
              </a:rPr>
              <a:t>なぜ今このテーマを扱うのか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5D9A8"/>
                </a:solidFill>
                <a:latin typeface="Yu Gothic"/>
              </a:rPr>
              <a:t>大会の概要を確認する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5D9A8"/>
                </a:solidFill>
                <a:latin typeface="Yu Gothic"/>
              </a:rPr>
              <a:t>女子シングルス決勝を確認する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5D9A8"/>
                </a:solidFill>
                <a:latin typeface="Yu Gothic"/>
              </a:rPr>
              <a:t>男子シングルス決勝を確認する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5D9A8"/>
                </a:solidFill>
                <a:latin typeface="Yu Gothic"/>
              </a:rPr>
              <a:t>確認できなかったこと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なぜ今このテーマを扱うのか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福井新聞・共同通信・NHKニュース等が決勝当日〜翌日に一斉報道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日本の男女エースがともに決勝進出という快挙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ともに準優勝という僅差の結果に注目が集まる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出典: 福井新聞ONLINE(2026-08-23)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福井新聞ONLINE等(2026-08-23)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D9A8"/>
                </a:solidFill>
                <a:latin typeface="Yu Gothic"/>
              </a:rPr>
              <a:t>大会開催期間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E8871E"/>
                </a:solidFill>
                <a:latin typeface="Yu Gothic"/>
              </a:rPr>
              <a:t>2026年8月17日〜23日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インド・ニューデリーで開催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D9A857"/>
                </a:solidFill>
                <a:latin typeface="Yu Gothic"/>
              </a:rPr>
              <a:t>出典: 福井新聞ONLINE(2026-08-23)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大会の概要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BWFバドミントン世界選手権2026、インド・ニューデリーで開催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女子シングルス・男子シングルスの決勝が8月23日に行われた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日本からは山口茜選手・奈良岡功大選手が決勝に進出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出典: 福井新聞ONLINE(2026-08-23)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福井新聞ONLINE等(2026-08-23)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女子シングルス決勝概要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3A47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3A47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対戦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山口茜 vs 安洗塋(韓国)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結果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0-2、山口茜選手が準優勝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安洗塋選手の実績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世界ランキング1位、2024年パリ五輪金メダリスト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出典: 福井新聞ONLINE(2026-08-23)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福井新聞ONLINE等(2026-08-23)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女子シングルス決勝の経過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第1ゲーム、12-15から4連取し初めてリードを奪う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17-17から4連取され、今大会初めてゲームを落とす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第2ゲームも競り合うも及ばずストレート負け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出典: 福井新聞ONLINE(2026-08-23)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福井新聞ONLINE等(2026-08-23)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D9A8"/>
                </a:solidFill>
                <a:latin typeface="Yu Gothic"/>
              </a:rPr>
              <a:t>山口茜選手にとっての意味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E8871E"/>
                </a:solidFill>
                <a:latin typeface="Yu Gothic"/>
              </a:rPr>
              <a:t>連覇に王手も準優勝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世界ランク1位・五輪金メダリストに惜敗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D9A857"/>
                </a:solidFill>
                <a:latin typeface="Yu Gothic"/>
              </a:rPr>
              <a:t>出典: 福井新聞ONLINE(2026-08-23)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決勝までの道のり(概念図)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3A4750"/>
                </a:solidFill>
                <a:latin typeface="Yu Gothic"/>
              </a:rPr>
              <a:t>大会開幕(8/17)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3A4750"/>
                </a:solidFill>
                <a:latin typeface="Yu Gothic"/>
              </a:rPr>
              <a:t>予選・準決勝を勝ち上がる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3A4750"/>
                </a:solidFill>
                <a:latin typeface="Yu Gothic"/>
              </a:rPr>
              <a:t>決勝進出、惜敗で準優勝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805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Yu Gothic"/>
              </a:rPr>
              <a:t>男女ともに決勝まで勝ち上がった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福井新聞ONLINE等(2026-08-23)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男子シングルス決勝概要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3A47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3A47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対戦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奈良岡功大 vs アレックス・ラニエ(フランス)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結果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11-21、11-21で奈良岡功大選手が準優勝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奈良岡選手の実績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3年ぶりの決勝進出、2023年大会に続き2度目の準優勝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出典: 福井新聞ONLINE/共同通信(2026-08-23)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福井新聞ONLINE等(2026-08-23)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男子シングルス決勝の経過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第1ゲーム11-21でストレートに近い展開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第2ゲームも11-21、ストレート負け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3年ぶりの決勝で力及ばず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出典: 共同通信(2026-08-23)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福井新聞ONLINE等(2026-08-23)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D9A8"/>
                </a:solidFill>
                <a:latin typeface="Yu Gothic"/>
              </a:rPr>
              <a:t>奈良岡選手にとっての意味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E8871E"/>
                </a:solidFill>
                <a:latin typeface="Yu Gothic"/>
              </a:rPr>
              <a:t>2度目の準優勝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2023年大会に続き2026年大会でも準優勝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D9A857"/>
                </a:solidFill>
                <a:latin typeface="Yu Gothic"/>
              </a:rPr>
              <a:t>出典: 共同通信(2026-08-23)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大会の流れ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A4750"/>
                </a:solidFill>
                <a:latin typeface="Yu Gothic"/>
              </a:rPr>
              <a:t>開幕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Yu Gothic"/>
              </a:rPr>
              <a:t>8月17日、インド・ニューデリーで開幕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A4750"/>
                </a:solidFill>
                <a:latin typeface="Yu Gothic"/>
              </a:rPr>
              <a:t>予選〜準決勝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Yu Gothic"/>
              </a:rPr>
              <a:t>日本勢が勝ち上がる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A4750"/>
                </a:solidFill>
                <a:latin typeface="Yu Gothic"/>
              </a:rPr>
              <a:t>決勝(8/23)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Yu Gothic"/>
              </a:rPr>
              <a:t>山口茜選手・奈良岡功大選手がともに準優勝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福井新聞ONLINE等(2026-08-23)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対戦相手について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安洗塋選手は世界ランキング1位、2024年パリ五輪金メダリスト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アレックス・ラニエ選手はフランスの実力者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両選手とも実績のある強豪との対戦だった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福井新聞ONLINE等(2026-08-23)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確定していること・確認できなかったこと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区分</a:t>
                      </a:r>
                    </a:p>
                  </a:txBody>
                  <a:tcPr>
                    <a:solidFill>
                      <a:srgbClr val="3A47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3A47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両決勝のスコア・対戦相手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確定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両選手の順位(準優勝)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未確認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女子シングルス決勝第2ゲームの詳細スコア推移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出典: research.md参照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福井新聞ONLINE等(2026-08-23)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確認できなかったこと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女子シングルス決勝の第2ゲームの詳細なスコア推移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両選手の今大会通算の対戦成績・獲得ポイントの詳細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次回大会に向けた両選手のコメントの全文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福井新聞ONLINE等(2026-08-23)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D9A8"/>
                </a:solidFill>
                <a:latin typeface="Yu Gothic"/>
              </a:rPr>
              <a:t>開催都市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E8871E"/>
                </a:solidFill>
                <a:latin typeface="Yu Gothic"/>
              </a:rPr>
              <a:t>インド・ニューデリー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BWFバドミントン世界選手権2026の会場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D9A857"/>
                </a:solidFill>
                <a:latin typeface="Yu Gothic"/>
              </a:rPr>
              <a:t>出典: 福井新聞ONLINE(2026-08-23)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女子シングルス vs 男子シングルス決勝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A4750"/>
                </a:solidFill>
                <a:latin typeface="Yu Gothic"/>
              </a:rPr>
              <a:t>女子シングルス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E2124"/>
                </a:solidFill>
                <a:latin typeface="Yu Gothic"/>
              </a:rPr>
              <a:t>山口茜 vs 安洗塋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E2124"/>
                </a:solidFill>
                <a:latin typeface="Yu Gothic"/>
              </a:rPr>
              <a:t>0-2で準優勝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A4750"/>
                </a:solidFill>
                <a:latin typeface="Yu Gothic"/>
              </a:rPr>
              <a:t>男子シングルス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E2124"/>
                </a:solidFill>
                <a:latin typeface="Yu Gothic"/>
              </a:rPr>
              <a:t>奈良岡功大 vs アレックス・ラニエ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E2124"/>
                </a:solidFill>
                <a:latin typeface="Yu Gothic"/>
              </a:rPr>
              <a:t>0-2(11-21、11-21)で準優勝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福井新聞ONLINE等(2026-08-23)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バドミントン界での位置づけ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世界選手権はバドミントン界最高峰の大会の一つ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日本勢は近年国際大会で存在感を高めている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決勝進出自体が高い実力の証明である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福井新聞ONLINE等(2026-08-23)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主要出典の一覧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メディア</a:t>
                      </a:r>
                    </a:p>
                  </a:txBody>
                  <a:tcPr>
                    <a:solidFill>
                      <a:srgbClr val="3A47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報道日</a:t>
                      </a:r>
                    </a:p>
                  </a:txBody>
                  <a:tcPr>
                    <a:solidFill>
                      <a:srgbClr val="3A47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福井新聞ONLINE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2026年8月23日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共同通信(Yahoo!ニュース配信)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2026年8月23日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NHKニュース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2026年8月23日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バドスピ/BADMINTON SPIRIT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2026年8月23日〜24日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福井新聞ONLINE等(2026-08-23)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今回の準優勝 vs 過去の実績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A4750"/>
                </a:solidFill>
                <a:latin typeface="Yu Gothic"/>
              </a:rPr>
              <a:t>山口茜選手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E2124"/>
                </a:solidFill>
                <a:latin typeface="Yu Gothic"/>
              </a:rPr>
              <a:t>連覇を狙うも準優勝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E2124"/>
                </a:solidFill>
                <a:latin typeface="Yu Gothic"/>
              </a:rPr>
              <a:t>前大会は優勝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A4750"/>
                </a:solidFill>
                <a:latin typeface="Yu Gothic"/>
              </a:rPr>
              <a:t>奈良岡功大選手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E2124"/>
                </a:solidFill>
                <a:latin typeface="Yu Gothic"/>
              </a:rPr>
              <a:t>2023年大会も準優勝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E2124"/>
                </a:solidFill>
                <a:latin typeface="Yu Gothic"/>
              </a:rPr>
              <a:t>今回で2度目の準優勝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福井新聞ONLINE等(2026-08-23)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D9A8"/>
                </a:solidFill>
                <a:latin typeface="Yu Gothic"/>
              </a:rPr>
              <a:t>決勝が行われた日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E8871E"/>
                </a:solidFill>
                <a:latin typeface="Yu Gothic"/>
              </a:rPr>
              <a:t>2026年8月23日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男女シングルス決勝が同日に開催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D9A857"/>
                </a:solidFill>
                <a:latin typeface="Yu Gothic"/>
              </a:rPr>
              <a:t>出典: 福井新聞ONLINE(2026-08-23)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今回の結果の3つの注目ポイント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A4750"/>
                </a:solidFill>
                <a:latin typeface="Yu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Yu Gothic"/>
              </a:rPr>
              <a:t>男女ともに決勝進出という快挙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A4750"/>
                </a:solidFill>
                <a:latin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Yu Gothic"/>
              </a:rPr>
              <a:t>ともに世界トップクラスの相手に惜敗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A4750"/>
                </a:solidFill>
                <a:latin typeface="Yu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Yu Gothic"/>
              </a:rPr>
              <a:t>奈良岡選手は2度目の準優勝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福井新聞ONLINE等(2026-08-23)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視聴者にとっての意味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バドミントン日本代表を応援するファンに直接関係する情報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決勝進出という実力の証明としての価値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特定選手への過度な評価的表現は行わない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福井新聞ONLINE等(2026-08-23)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タイムライン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時期</a:t>
                      </a:r>
                    </a:p>
                  </a:txBody>
                  <a:tcPr>
                    <a:solidFill>
                      <a:srgbClr val="3A47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できごと</a:t>
                      </a:r>
                    </a:p>
                  </a:txBody>
                  <a:tcPr>
                    <a:solidFill>
                      <a:srgbClr val="3A47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2026年8月17日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世界選手権2026開幕(ニューデリー)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2026年8月17日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既存テーマ: 日本勢が初日5戦全勝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2026年8月23日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決勝、山口茜選手・奈良岡功大選手がともに準優勝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福井新聞ONLINE等(2026-08-23)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大会初日 vs 大会最終日(決勝)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A4750"/>
                </a:solidFill>
                <a:latin typeface="Yu Gothic"/>
              </a:rPr>
              <a:t>大会初日(8/17)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E2124"/>
                </a:solidFill>
                <a:latin typeface="Yu Gothic"/>
              </a:rPr>
              <a:t>日本勢が確認できた5試合すべてに勝利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A4750"/>
                </a:solidFill>
                <a:latin typeface="Yu Gothic"/>
              </a:rPr>
              <a:t>決勝(8/23)</a:t>
            </a:r>
          </a:p>
        </p:txBody>
      </p:sp>
      <p:sp>
        <p:nvSpPr>
          <p:cNvPr id="14" name="Oval 13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E2124"/>
                </a:solidFill>
                <a:latin typeface="Yu Gothic"/>
              </a:rPr>
              <a:t>山口茜選手・奈良岡功大選手がともに準優勝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福井新聞ONLINE等(2026-08-23)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D9A8"/>
                </a:solidFill>
                <a:latin typeface="Yu Gothic"/>
              </a:rPr>
              <a:t>今日のまとめの数字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E8871E"/>
                </a:solidFill>
                <a:latin typeface="Yu Gothic"/>
              </a:rPr>
              <a:t>男女シングルスともに準優勝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世界選手権2026、2026年8月23日決勝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D9A857"/>
                </a:solidFill>
                <a:latin typeface="Yu Gothic"/>
              </a:rPr>
              <a:t>出典: 福井新聞ONLINE(2026-08-23)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日本バドミントン界の今後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両選手とも世界トップとの差はわずかであることを証明した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次回大会でのリベンジに期待がかかる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若手選手の台頭も含め競技全体の底上げが続く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福井新聞ONLINE等(2026-08-23)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出典付きで、正確に。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F5D9A8"/>
                </a:solidFill>
                <a:latin typeface="Yu Gothic"/>
              </a:rPr>
              <a:t>AI Company OSは、確認できた事実だけをお届けします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A4750"/>
                </a:solidFill>
                <a:latin typeface="Yu Gothic"/>
              </a:rPr>
              <a:t>次回もお楽しみに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