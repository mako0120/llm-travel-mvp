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『Datadogを置き換える』。観測性(オブザーバビリティ)市場の大手を名指しして、あるスタートアップのCEOがそう言い切りました。groundcoverという会社が、シリーズC1億ドルを調達しました。今日はこの発表を、出典付きで整理して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まず数字から。シリーズC1億ドル、累計調達額は1億6,000万ドルに達しました。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今日はこの5つの流れでお伝えします。強気な発言をどう受け止めるかも、丁寧に整理します。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発表内容を整理すると、この5点になります。成長数値がかなり強い点が特徴です。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groundcoverは、システムの動作状況を監視する『観測性』のプラットフォームです。特徴は3つ、eBPF・OpenTelemetry・BYOCです。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仕組みを図にするとこうなります。データを自社のクラウド内にとどめたまま、システムの状態を監視できる、という設計です。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技術的な特徴を4つに整理しました。特にBYOC(自社クラウド内での処理)は、データの取り扱いを重視する企業に訴求するポイントです。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CEOのShahar Azulay氏は、はっきりとこう語っています。観測性市場の大手であるDatadog、New Relicを名指しした、かなり強気な発言です。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価格モデルへの批判も具体的です。ただし、これはあくまでgroundcover側の主張である点は忘れないでください。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ここは特に慎重に扱いたい点です。『模倣した』という見出しは、あくまで一つのメディアの切り口であり、Datadog社が認めた事実ではありません。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成長数値を見ていきます。過去1年でARRが3倍になったと発表されています。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従業員数も1年で2倍になったとのことです。急速に組織を拡大しています。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指標を並べるとこうなります。いずれも自社発表値であることは念頭に置いてください。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顧客数は250社を超えています。大企業から新興企業まで幅広い層に導入されているようです。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Fortune 5企業への導入まで進んでいるとのことですが、具体的な企業名までは分かっていません。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投資家の顔ぶれです。既存投資家に加えて、モルガン・スタンレー傘下のファンドが新規に参加しています。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評価額は5億ドルと報じられています。急成長する観測性市場での存在感がうかがえます。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創業から現在までの流れです。地道な技術開発期を経て、この1年で急成長したことがうかがえます。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この比較は、groundcover自身の発表内容をもとにした整理であり、競合製品を直接評価した第三者比較ではありません。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最初に正直にお伝えします。この発表は5日前のものです。本来の基準よりは古いですが、鮮度で妥協したことを隠さずお伝えしています。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この4点は、今回の調査で確認できなかった事項として一覧化しました。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強気な発言は目を引きますが、あくまで一企業の主張です。市場全体を評価した第三者データではない点に注意してください。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64本目のDataBahnはデータの配送・整形、本テーマのgroundcoverはシステムの動作監視です。同じ『AIエージェントを支える基盤』でも層が異なります。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同じ『データ・インフラ系』のテーマですが、役割は明確に異なります。DataBahnは配送、groundcoverは監視です。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この3つは当社の推測です。断定はしていません。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実務的な視点として、導入を検討する企業が確認したい4つのポイントをまとめました。これは一般的な整理であり、groundcover社の公式ガイダンスではありません。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強気な発言がある一方で、市場全体としてはまだこれからの部分も多い、というバランスを意識しておきたいところです。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強気な発言が印象に残るテーマだからこそ、事実と主張を分けてお伝えすることを意識しました。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もう一度確認します。シリーズC1億ドル、ARR3倍・従業員2倍という強い成長数値。そして『Datadogを置き換える』という強気な発言。ただしこの発表は5日前のものであることも、あわせて覚えておい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本編は以上です。今回はgroundcoverのシリーズC調達を題材に、観測性市場への挑戦的な発言と、鮮度の妥協という正直な報告についてお伝えしました。次回もまた出典付きでお届けします。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「Datadogを置き換える」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1億ドルを手にしたスタートアップが、そう言い切った。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groundcover、シリーズC1億ドル調達(2026年7月29日発表)を、出典付きで振り返る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A3D0"/>
                </a:solidFill>
                <a:latin typeface="Yu Gothic"/>
              </a:rPr>
              <a:t>出典: BusinessWire・SiliconANGLE ほか。発表日は着手日の5日前(鮮度の妥協を本編で開示)。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今回の調達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$100M(累計$160M)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シリーズC、One Peak主導(2026-07-29発表)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BusinessWire(2026-07-29)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本日のアジェンダ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何が発表されたのか(調達額・投資家)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groundcoverは何をする会社か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『Datadogを置き換える』発言をどう読むか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成長数値・顧客・投資家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読み解く上での注意点(鮮度の妥協を含む)・確認できなかったこと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発表の概要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270"/>
                </a:solidFill>
                <a:latin typeface="Yu Gothic"/>
              </a:rPr>
              <a:t>2026年7月29日、groundcoverの発表のポイントです。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観測性(オブザーバビリティ)プラットフォームでシリーズC1億ドルを調達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累計調達額は1億6,000万ドルに到達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主導投資家はOne Peak、新規参加はMorgan Stanley Expansion Capital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過去1年でARR(年間経常収益)が3倍、従業員数が2倍に成長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23036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212079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2021年創業、CEOはShahar Azulay氏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BusinessWire(2026-07-29)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BusinessWire・SiliconANGLE ほか(2026-07-29発表・鮮度5日妥協を開示)｜定期実行69本目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groundcoverとは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D9A441"/>
                </a:solidFill>
                <a:latin typeface="Yu Gothic"/>
              </a:rPr>
              <a:t>eBPF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Linuxカーネル技術を活用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システムの動作データを効率的に収集する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D9A441"/>
                </a:solidFill>
                <a:latin typeface="Yu Gothic"/>
              </a:rPr>
              <a:t>OTel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OpenTelemetryネイティブ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テレメトリ収集のオープン標準に対応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3076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D9A441"/>
                </a:solidFill>
                <a:latin typeface="Yu Gothic"/>
              </a:rPr>
              <a:t>BYOC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3076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Bring Your Own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3076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顧客データを自社クラウド内にとどめる設計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BusinessWire / Axios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BusinessWire・SiliconANGLE ほか(2026-07-29発表・鮮度5日妥協を開示)｜定期実行69本目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観測性プラットフォームの仕組み(概念図)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システムの動作データ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eBPFで効率的に収集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groundcoverのプラットフォーム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顧客のクラウド内で処理(BYOC)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問題の早期発見・改善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AIエージェントの動作監視にも対応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5B6270"/>
                </a:solidFill>
                <a:latin typeface="Yu Gothic"/>
              </a:rPr>
              <a:t>データを外部に出さず、顧客のクラウド内で処理する設計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BusinessWire・SiliconANGLE ほか(2026-07-29発表・鮮度5日妥協を開示)｜定期実行69本目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技術的な特徴(具体的に)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270"/>
                </a:solidFill>
                <a:latin typeface="Yu Gothic"/>
              </a:rPr>
              <a:t>報じられている内容を整理すると、次のとおりです。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eBPFにより、アプリケーションのコード変更なしに動作データを収集できる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OpenTelemetryという業界標準に対応し、特定ベンダーへの依存を避ける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顧客データが外部のベンダー管理システムに移動しない設計(BYOC)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AIエージェントの動作ログ・トレーシングにも対応すると位置づけている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BusinessWire / Axios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BusinessWire・SiliconANGLE ほか(2026-07-29発表・鮮度5日妥協を開示)｜定期実行69本目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“Datadogを置き換える。New Relicを置き換える。より良いスタックを構築している。”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Yu Gothic"/>
              </a:rPr>
              <a:t>— Shahar Azulay氏(CEO・共同創業者、groundcover公式ブログ/CTech経由の引用、意訳)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CEOによる価格モデルへの批判(意訳)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270"/>
                </a:solidFill>
                <a:latin typeface="Yu Gothic"/>
              </a:rPr>
              <a:t>既存プレイヤーへの具体的な指摘です。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「Datadogの価格モデルは老朽化が目立ち始めており、顧客はコストを正当化するのが難しくなっている」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「情報量は増え続ける一方で、企業は比例して大きな価値を得られないまま、より多くの費用を払っている」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これらはgroundcover CEOの発言であり、Datadog社自身の見解ではない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CTech / TFiR(意訳)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BusinessWire・SiliconANGLE ほか(2026-07-29発表・鮮度5日妥協を開示)｜定期実行69本目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「Datadogがアーキテクチャを模倣した」という見出しについて(要注意)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区分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報じられている見出し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TechTimesが「Datadog Copied Its Challenger's Architecture」と題する記事を掲載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本テーマでの扱い方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Datadog社自身が模倣を認めたわけではなく、メディアの見出し・groundcover側の視点による表現として扱う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独立した裏付け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Datadog社の公式コメントは確認できていない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TechTimes(2026-07-29)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BusinessWire・SiliconANGLE ほか(2026-07-29発表・鮮度5日妥協を開示)｜定期実行69本目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年間経常収益(ARR)の成長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3倍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過去1年間での成長(自社発表値)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BusinessWire(2026-07-29)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従業員数の成長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2倍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過去1年間でのグローバル従業員数の伸び(自社発表値)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BusinessWire(2026-07-29)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成長指標まとめ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指標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ARR成長率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過去1年で3倍(自社発表値)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従業員数の伸び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過去1年で2倍(自社発表値)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有料顧客数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250社超(アーリーステージ企業からFortune 5企業まで)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大型契約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過去1年で7桁ドル規模の契約を複数締結(自社発表値)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BusinessWire(2026-07-29)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BusinessWire・SiliconANGLE ほか(2026-07-29発表・鮮度5日妥協を開示)｜定期実行69本目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有料顧客数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250社超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アーリーステージ企業からFortune 5企業まで(自社発表値)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BusinessWire(2026-07-29)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顧客層について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270"/>
                </a:solidFill>
                <a:latin typeface="Yu Gothic"/>
              </a:rPr>
              <a:t>報じられている範囲の情報です。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有料顧客250社超、Fortune 5企業を含むと発表されている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過去1年で7桁ドル(数億円)規模の契約を複数締結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具体的な企業名は個別には公表されていない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BusinessWire・SiliconANGLE ほか(2026-07-29発表・鮮度5日妥協を開示)｜定期実行69本目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参加投資家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D9A441"/>
                </a:solidFill>
                <a:latin typeface="Yu Gothic"/>
              </a:rPr>
              <a:t>主導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One Peak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本ラウンドを主導した投資家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D9A441"/>
                </a:solidFill>
                <a:latin typeface="Yu Gothic"/>
              </a:rPr>
              <a:t>新規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Morgan Stanley Expansion Capital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新たに参加した投資家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3076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D9A441"/>
                </a:solidFill>
                <a:latin typeface="Yu Gothic"/>
              </a:rPr>
              <a:t>継続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3076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Zeev Ventures / Angular Ventures 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3076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既存投資家4社が継続参加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BusinessWire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BusinessWire・SiliconANGLE ほか(2026-07-29発表・鮮度5日妥協を開示)｜定期実行69本目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報じられている評価額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$500M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今回のラウンド後の評価額(CTech報道)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CTech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創業からの軌跡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2021年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Shahar Azulay氏らがgroundcoverを創業</a:t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これまで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eBPF・OpenTelemetryを軸にした観測性プラットフォームを開発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過去1年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ARR3倍・従業員2倍・顧客250社超に成長</a:t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2026年7月29日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シリーズC1億ドルを調達、累計1.6億ドルに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BusinessWire・SiliconANGLE ほか(2026-07-29発表・鮮度5日妥協を開示)｜定期実行69本目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従来型の観測性ツール vs groundcoverの主張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従来型の観測性ツール(groundcover側の見立て)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膨大なデータ量に比例してコストが増加しやすい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データがベンダー管理システムに移動する場合がある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情報量に見合った価値を感じにくいという指摘がある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groundcoverが主張する立ち位置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eBPFで効率的にデータを収集</a:t>
            </a:r>
          </a:p>
        </p:txBody>
      </p:sp>
      <p:sp>
        <p:nvSpPr>
          <p:cNvPr id="20" name="Oval 19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BYOCで顧客データを自社クラウド内にとどめる</a:t>
            </a:r>
          </a:p>
        </p:txBody>
      </p:sp>
      <p:sp>
        <p:nvSpPr>
          <p:cNvPr id="22" name="Oval 21"/>
          <p:cNvSpPr/>
          <p:nvPr/>
        </p:nvSpPr>
        <p:spPr>
          <a:xfrm>
            <a:off x="6598767" y="363016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247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AIエージェント時代の監視ニーズにも対応すると位置づけ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BusinessWire・SiliconANGLE ほか(2026-07-29発表・鮮度5日妥協を開示)｜定期実行69本目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読み解く上での注意点(1): 鮮度についての正直な開示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270"/>
                </a:solidFill>
                <a:latin typeface="Yu Gothic"/>
              </a:rPr>
              <a:t>本テーマを見るときに、まずお伝えしたい点です。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本テーマの発表日は2026年7月29日で、着手日(2026-08-03)の5日前である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着手日・前日の新規候補が見つからず、鮮度基準を厳密には満たさないまま採用した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この鮮度の妥協は`docs/06_Content_R&amp;D.md`のルールに基づき正直に開示している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数字自体は複数の独立したメディアが同じ内容を報じており、事実確認は行っている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BusinessWire・SiliconANGLE ほか(2026-07-29発表・鮮度5日妥協を開示)｜定期実行69本目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確認できなかったこと(一覧)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状況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公式プレスリリースの原文全体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WebFetchのアクセス制限により未確認、複数媒体の要約に基づく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各投資家の出資比率・出資額の内訳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非公表・未確認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有料顧客250社の具体的な企業名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個別には非公表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Datadogとの実際の顧客乗り換え数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独立した数字は確認できていない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research.md参照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BusinessWire・SiliconANGLE ほか(2026-07-29発表・鮮度5日妥協を開示)｜定期実行69本目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読み解く上での注意点(2): 『Datadogを置き換える』発言の扱い方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270"/>
                </a:solidFill>
                <a:latin typeface="Yu Gothic"/>
              </a:rPr>
              <a:t>強気な発言をどう受け止めるか、という点です。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『Datadogを置き換える』はgroundcover CEOの発言であり、市場シェアの実データではない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『Datadogがアーキテクチャを模倣した』という見出しも、Datadog社自身が認めた事実ではない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ARR3倍・従業員2倍などの成長数値も自社発表値であり第三者検証ではない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競合を名指しした強気な発言は、資金調達発表でよく見られる手法である点も踏まえて読むとよい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BusinessWire・SiliconANGLE ほか(2026-07-29発表・鮮度5日妥協を開示)｜定期実行69本目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本パイプラインの既存テーマとの位置づけ(概念図)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データコントロールプレーン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64本目DataBahn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観測性プラットフォーム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本テーマ(69本目)groundcover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AIによる消費者シミュレーション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68本目Simile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5B6270"/>
                </a:solidFill>
                <a:latin typeface="Yu Gothic"/>
              </a:rPr>
              <a:t>AIエージェントを支える基盤にも、いくつもの層がある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BusinessWire・SiliconANGLE ほか(2026-07-29発表・鮮度5日妥協を開示)｜定期実行69本目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既存テーマとの違い(重複確認、64本目DataBahnとの比較)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観点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64本目 DataBahn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本テーマ groundcover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主な役割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データの取り込み・整形・配送(コントロールプレーン)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システムの動作状況の監視(観測性)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対象データ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テレメトリ全般、AIエージェント向けデータ供給が中心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アプリケーション・インフラの動作ログ・トレース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設計思想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任意のソース・配信先・AIモデルに対応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Bring Your Own Cloud(顧客クラウド内で処理)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BusinessWire・SiliconANGLE ほか(2026-07-29発表・鮮度5日妥協を開示)｜定期実行69本目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想定される影響(合理的推測)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D9A441"/>
                </a:solidFill>
                <a:latin typeface="Yu Gothic"/>
              </a:rPr>
              <a:t>推測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観測性市場の価格競争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既存大手への価格面での対抗軸になりうると考えられる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D9A441"/>
                </a:solidFill>
                <a:latin typeface="Yu Gothic"/>
              </a:rPr>
              <a:t>推測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AIエージェント監視需要の取り込み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AIエージェントの普及に伴う新しい監視ニーズを狙っていると考えられる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3076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D9A441"/>
                </a:solidFill>
                <a:latin typeface="Yu Gothic"/>
              </a:rPr>
              <a:t>推測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3076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データ主権を重視する企業への訴求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3076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BYOC設計が規制の厳しい業界に響く可能性があると考えられる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BusinessWire・SiliconANGLE ほか(2026-07-29発表・鮮度5日妥協を開示)｜定期実行69本目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企業が導入を検討する際に確認したいこと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現状のコスト把握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既存の観測性ツールにかかっている費用を洗い出す</a:t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BYOCの適合性確認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自社のクラウド環境・データポリシーに合うか確認する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移行コストの試算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既存ツールからの乗り換えにかかる作業量を見積もる</a:t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AIエージェント監視ニーズの整理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自社でAIエージェントの動作監視が必要かを整理する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BusinessWire・SiliconANGLE ほか(2026-07-29発表・鮮度5日妥協を開示)｜定期実行69本目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変わったこと・変わらないこと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変わったこと(報じられている範囲)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観測性市場への挑戦者が資金力を得た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AIエージェント時代の監視という新しい訴求軸が明確になった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評価額5億ドルという規模に到達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変わらないこと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観測性市場には既存の大手企業が依然として存在する</a:t>
            </a:r>
          </a:p>
        </p:txBody>
      </p:sp>
      <p:sp>
        <p:nvSpPr>
          <p:cNvPr id="20" name="Oval 19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『Datadogを置き換える』はあくまで一企業の主張</a:t>
            </a:r>
          </a:p>
        </p:txBody>
      </p:sp>
      <p:sp>
        <p:nvSpPr>
          <p:cNvPr id="22" name="Oval 21"/>
          <p:cNvSpPr/>
          <p:nvPr/>
        </p:nvSpPr>
        <p:spPr>
          <a:xfrm>
            <a:off x="6598767" y="363016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247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第三者による市場シェアの検証は今後の話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BusinessWire・SiliconANGLE ほか(2026-07-29発表・鮮度5日妥協を開示)｜定期実行69本目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この発表から得られる学び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270"/>
                </a:solidFill>
                <a:latin typeface="Yu Gothic"/>
              </a:rPr>
              <a:t>個別の企業評価ではなく、一般的な視点としてまとめます。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競合を名指しした強気な発言は、資金調達発表でよく使われる手法だと知っておくとよい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『模倣した』という見出しは、当事者が認めた事実かどうかを確認する価値がある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自社発表の成長数値(ARR3倍等)は、算出期間・方法まで公開されているかを意識するとよい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鮮度基準を厳密に満たさない情報を扱う場合は、そのことを正直に開示する姿勢が大切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BusinessWire・SiliconANGLE ほか(2026-07-29発表・鮮度5日妥協を開示)｜定期実行69本目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$100M / ARR3倍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シリーズC1億ドル調達、ARR3倍・従業員2倍(自社発表値)。「Datadogを置き換える」は一企業の主張(2026-07-29発表、鮮度5日の妥協あり)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本編のまとめ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強気な発言ほど、誰が言ったかを確認する。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ADCFC"/>
                </a:solidFill>
                <a:latin typeface="Yu Gothic"/>
              </a:rPr>
              <a:t>競合への挑戦的な発言は、資金調達発表の定番の手法でもあります。次に似た発言を見るときも、この視点を持ってみてください。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research.mdで出典一覧・確認できなかったことの詳細を確認する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