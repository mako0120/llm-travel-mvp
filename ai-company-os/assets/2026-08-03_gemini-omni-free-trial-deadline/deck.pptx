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本日はGoogleの動画生成AI『Gemini Omni』の無料開放が、本日で終了するという話題をお届けします。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今日は、何が起きたのか、Gemini Omniとは、無料開放の内容、締切の詳細をお伝えします。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Googleが動画生成AI『Gemini Omni』を無料開放しており、その締切が本日到来します。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その締切がこちら、本日23時59分、太平洋時間です。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Omniは、2026年5月のGoogle I/Oで発表された動画生成モデルです。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主な機能は、動画生成、動画編集、マルチターン編集、テンプレート適用の4点です。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無料開放は7月29日に発表され、有料プラン未加入者が対象、最大10本の動画を無料で生成できます。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無料開放から締切までの流れを図で見ると、7月29日の発表から、本日の締切に至ります。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締切後の扱いをまとめると、この表の通りです。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無料で生成できる動画の上限は最大10本です。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報じたメディアは、窓の杜、Impress Watch、Forest Watch、PC Watchです。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利用開始の手順は、ツールメニューから『動画を作成』を選ぶだけです。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ここで大事な点です。本テーマは締切という事実のみを伝え、有料プランへの加入を強く推奨する結論にはしていません。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利用の流れを図で見ると、ツールメニューから動画を作成し、締切後は有料プランが必要になります。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ここまでを総括します。無料で試せる動画生成AIの機会が、本日が最後になります。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ここからは推測です。有料プランへの移行、他社の対抗施策、動画生成AIの普及が焦点になりそうです。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想定される影響としては、一般ユーザーの体験機会、業界全体の市場拡大が挙げられます。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既存のGemini関連テーマとは対象機能が異なり、重複ではありません。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本テーマでは数字の創作をせず、有料プランへの加入を強く推奨する結論にもしていません。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出典はこの表の通り、独立した複数のテック専門メディアです。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確認できたことと確認できなかったことを正直に整理します。締切後の有料プランの詳細はまだ確認できていません。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改めて確認します。Gemini Omniの無料開放は、本日23時59分、太平洋時間で終了します。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締切前と締切後を比べると、無料で利用できるかどうかが大きく異なります。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発表から報道、そして本日の締切到来までの流れを図にすると、このようになります。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皆さんは、無料枠が終わる今日、動画生成AIを試してみたいと思いますか。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数字で見ると、7月29日の発表から、最大10本まで無料、締切は本日23時59分です。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改めて総括します。無料で試せる最後のチャンスが、本日という節目でした。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締切後の有料プランの詳細、そして動画生成AI業界の動向に注目していきましょう。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今回もありがとうございました。Gemini Omniの無料開放終了の話題をお届けしました。次回もお楽しみに。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今日の23時59分で、無料枠が消える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Google「Gemini Omni」動画生成の無料開放、本日終了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窓の杜・Impress Watch・PC Watch ほか(2026-07-29) ※締切は太平洋時間です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Gemini Omniとは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無料開放の内容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締切の詳細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Googleが動画生成AI『Gemini Omni』を期間限定で無料開放中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対象はGoogle AIの有料プラン未加入ユーザー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締切は本日、太平洋時間23時59分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窓の杜(Yahoo!ニュース経由)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締切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本日23時59分(太平洋時間)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着手日当日という極めて高い鮮度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Impress 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提供元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モデル名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Gemini Omni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Google AI有料プラン未加入ユーザー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無料上限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最大10本の動画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Gemini Omniとは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発表時期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2026年5月、Google I/O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位置づけ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動画生成モデル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入力形式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テキスト・画像・音声・動画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主な機能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動画生成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実世界の知識に根差した高品質な動画を生成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動画編集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生成した動画の編集が可能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マルチターン編集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対話形式での繰り返し編集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テンプレート適用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アスペクト比の指定・テンプレート活用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無料開放の内容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2026年7月29日にキャンペーンが発表された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Google AIの有料サブスクリプション未加入者が対象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期間中、最大10本の動画を無料で生成できる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PC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無料開放から締切までの流れ(概念)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2026年7月29日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無料開放期間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最大10本まで無料生成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締切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本日23時59分(太平洋時間)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締切後の扱い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締切前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有料プラン未加入者も無料で最大10本生成可能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締切後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利用には有料プランへの加入が必要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無料生成の上限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最大10本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有料プラン未加入者が対象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PC Watch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報じたメディア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窓の杜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Yahoo!ニュース経由で報道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Impress Watch / Forest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キャンペーンの詳細を報道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PC 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機能・締切を解説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利用開始の手順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手順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Geminiのツールメニューを開く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『動画を作成』を選択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本日23時59分(太平洋時間)までに生成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特定製品への加入を推奨しないための正直な開示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本テーマは無料開放の締切という事実のみを伝える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有料プランへの加入を強く推奨する結論にはしない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利用するかどうかは視聴者自身の判断に委ねる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利用の流れ(概念)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Geminiのツールメニューを開く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『動画を作成』を選択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動画を生成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本日23時59分までに最大10本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締切後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有料プランへの加入が必要に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無料で試せる動画生成AI、本日が最後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Gemini Omni、締切は本日23時59分(太平洋時間)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有料プランへの移行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利用継続には加入が必要になる可能性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他社の対抗施策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競合他社が同様のキャンペーンを行う可能性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動画生成AIの普及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無料体験を通じた利用の広がり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一般ユーザー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無料期間中に動画生成を体験する機会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有料プラン加入者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既存ユーザーへの直接的な影響は限定的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動画生成AI業界全体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無料体験を通じた市場拡大への効果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既存テーマ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違い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Gemini Notebook機能の名称変更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対象機能(ノートブック機能)が異なる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数字の創作はせず、報道された内容のみを扱う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有料プランへの加入を強く推奨する結論にはしない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締切時刻は太平洋時間である点を明記する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窓の杜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キャンペーンの概要を報道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Impress Watch / Forest Watch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締切・条件の詳細を報道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PC 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機能・利用方法を解説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確認済み: 発表日・締切・無料生成の上限本数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確認済み: 対象ユーザー・主な機能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未確認: 締切後の有料プランの具体的な価格・内容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未確認: キャンペーンの対象地域の詳細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Gemini Omni無料開放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本日23時59分(太平洋時間)で終了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有料プラン未加入者は最大10本まで無料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締切前と締切後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締切前(本日23時59分まで)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有料プラン未加入者も無料で利用可能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最大10本の動画を生成できる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締切後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利用には有料プランへの加入が必要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無料枠は提供されない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キャンペーン発表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2026年7月29日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複数媒体が報道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テック専門メディアが解説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着手日に締切到来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本日、話題化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無料枠が終わる今日、動画生成AIを試してみたいと思いますか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動画生成AI、どんな用途に使ってみたいですか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数字で見る今回のキャンペーン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発表日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2026年7月29日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無料生成の上限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最大10本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締切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本日23時59分(太平洋時間)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無料で試せる、最後のチャンス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Gemini Omni、本日23時59分(太平洋時間)で無料開放終了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締切後の有料プランの詳細、動画生成AI業界の動向に注目していきます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Google『Gemini Omni』の無料開放、本日23時59分(太平洋時間)で終了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有料プラン未加入者は最大10本まで無料で動画生成が可能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有料プランへの加入を強く推奨する結論にはしていない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窓の杜・Impress Watch・PC Watch ほか(2026-07-29)｜定期実行108本目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