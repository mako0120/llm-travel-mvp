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2026年8月22日、UAE拠点のThe Nationalは、湾岸諸国がAIデータセンターの急増に伴う水不足への対応として巨額投資を進めていると報じました。何が起きているのか、出典付きで正確に整理してお届けします。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結論から確認します。UAEのAI分野だけで、2030年までに年間約610億リットルの水が必要になる見通しです。一方、液体冷却技術によって水使用量を最大90%削減できるとされています。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今日は6つの流れでお伝えします。水不足の背景から、対策企業、投資の全体像まで、正確に事実を引用しながら整理します。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このテーマを扱う理由です。高い鮮度と、意外性のある切り口の両方に注目しました。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水が問題になる背景です。砂漠気候という地理的な制約と、AI需要の急増が重なっています。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核心となる数字をまとめました。湾岸地域はもともと淡水化に世界最大規模の投資をしてきた地域です。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液体冷却を導入している主な企業です。Khaznaは下水処理水の活用という、さらに踏み込んだ取り組みも試験しています。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液体冷却技術による水使用量の削減幅は最大90%とされています。ただしこれは条件によって変動しうる上限値であることに留意が必要です。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従来の空冷方式と、液体冷却方式のメリット・課題を対比しました。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水不足の課題から対策までの流れを図にしました。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液体冷却導入の課題です。良い面だけでなく、コストや改修負担についても正直にお伝えします。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湾岸地域全体では、サウジアラビアを中心に巨額のAI投資が進行しています。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湾岸地域がAI投資を進める背景です。経済多角化という大きな国家戦略の一部として位置づけられています。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湾岸地域は、もともと世界最大規模の淡水化投資を行ってきた地域です。AIデータセンターの水需要は、この既存の水資源戦略にさらに上乗せされる形になります。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予測値と実績値を混同しないよう整理しました。2030年の見通しと、これまでの累計投資額は別の時点の数字です。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業界内での位置づけです。湾岸地域特有の課題ですが、他地域への示唆もある話題です。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液体冷却は水の節約だけでなく、電力需要の低減にもつながるとされています。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AIインフラ動向を追う立場にとっての意味です。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確認できなかったことを正直にお伝えします。特に予測値と実績値の違いは、繰り返し強調しておきたい点です。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サウジアラビア一国だけでも約400億ドル規模のAI関連投資が進んでいます。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主な情報源です。個別の業界メディア記事には検索結果経由でアクセスしている点を正直にお伝えします。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湾岸地域以外への示唆です。ただし具体的な波及効果までは確認できていません。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報道で名前が挙がった液体冷却導入企業は3社以上です。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水資源対策の選択肢をまとめました。複数の対策を組み合わせて取り組んでいる状況です。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サステナビリティの観点からの評価です。前向きな取り組みと、追いつけるかどうかの不確実性の両方を正直にお伝えします。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本編のまとめです。AIデータセンターの拡大が抱える水資源という物理的な制約について、出典付きで整理してお伝えしました。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湾岸諸国のAIデータセンターが直面する水資源の課題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砂漠のAIデータセンターが</a:t>
            </a:r>
          </a:p>
          <a:p>
            <a:pPr algn="l">
              <a:lnSpc>
                <a:spcPct val="115000"/>
              </a:lnSpc>
            </a:pPr>
            <a:r>
              <a:rPr sz="4200" b="1">
                <a:solidFill>
                  <a:srgbClr val="FFFFFF"/>
                </a:solidFill>
                <a:latin typeface="Yu Gothic"/>
              </a:rPr>
              <a:t>飲み込む「水」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2026年8月22日報道——湾岸諸国の隠れた課題を出典付きで整理する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The National(2026年8月22日)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年間約610億リットル UAEのAI分野の2030年時点の水需要見通し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液体冷却で最大90%の水使用量削減が可能(2026年8月22日報道)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National(2026-08-22)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なぜ水が問題になるのかを確認する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液体冷却を導入している企業を確認する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液体冷却技術の効果を確認する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湾岸地域のAI投資の全体像を確認する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着手日前日(2026年8月22日)報道という高い鮮度の話題である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『砂漠でAIを動かすと水が足りなくなる』という、意外性のある切り口の話題である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具体的な数字(年間610億リットル・削減率90%)を伴う事実である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AIインフラの物理的な制約という、これまであまり注目されてこなかった視点である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なぜ水が問題になるのか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背景となる基礎知識です。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AIデータセンターは、サーバーの発熱を冷やすために大量の水を使用する空冷方式が主流だった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湾岸地域はもともと水資源が乏しい砂漠気候で、淡水化(海水から真水を作る技術)への依存度が高い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AI関連投資の拡大に伴うデータセンター需要の急増が、この水資源への圧力をさらに強めている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核心となる数字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UAEのAI分野の年間水需要見通し(2030年)</a:t>
                      </a:r>
                    </a:p>
                  </a:txBody>
                  <a:tcPr>
                    <a:solidFill>
                      <a:srgbClr val="FFFFFF"/>
                    </a:solidFill>
                  </a:tcPr>
                </a:tc>
                <a:tc>
                  <a:txBody>
                    <a:bodyPr/>
                    <a:lstStyle/>
                    <a:p>
                      <a:pPr>
                        <a:defRPr sz="1200">
                          <a:solidFill>
                            <a:srgbClr val="16202E"/>
                          </a:solidFill>
                          <a:latin typeface="Yu Gothic"/>
                        </a:defRPr>
                      </a:pPr>
                      <a:r>
                        <a:t>約610億リットル</a:t>
                      </a:r>
                    </a:p>
                  </a:txBody>
                  <a:tcPr>
                    <a:solidFill>
                      <a:srgbClr val="FFFFFF"/>
                    </a:solidFill>
                  </a:tcPr>
                </a:tc>
              </a:tr>
              <a:tr h="502920">
                <a:tc>
                  <a:txBody>
                    <a:bodyPr/>
                    <a:lstStyle/>
                    <a:p>
                      <a:pPr>
                        <a:defRPr sz="1200">
                          <a:solidFill>
                            <a:srgbClr val="16202E"/>
                          </a:solidFill>
                          <a:latin typeface="Yu Gothic"/>
                        </a:defRPr>
                      </a:pPr>
                      <a:r>
                        <a:t>液体冷却による水使用量の削減率</a:t>
                      </a:r>
                    </a:p>
                  </a:txBody>
                  <a:tcPr>
                    <a:solidFill>
                      <a:srgbClr val="F2F6FA"/>
                    </a:solidFill>
                  </a:tcPr>
                </a:tc>
                <a:tc>
                  <a:txBody>
                    <a:bodyPr/>
                    <a:lstStyle/>
                    <a:p>
                      <a:pPr>
                        <a:defRPr sz="1200">
                          <a:solidFill>
                            <a:srgbClr val="16202E"/>
                          </a:solidFill>
                          <a:latin typeface="Yu Gothic"/>
                        </a:defRPr>
                      </a:pPr>
                      <a:r>
                        <a:t>最大90%</a:t>
                      </a:r>
                    </a:p>
                  </a:txBody>
                  <a:tcPr>
                    <a:solidFill>
                      <a:srgbClr val="F2F6FA"/>
                    </a:solidFill>
                  </a:tcPr>
                </a:tc>
              </a:tr>
              <a:tr h="502920">
                <a:tc>
                  <a:txBody>
                    <a:bodyPr/>
                    <a:lstStyle/>
                    <a:p>
                      <a:pPr>
                        <a:defRPr sz="1200">
                          <a:solidFill>
                            <a:srgbClr val="16202E"/>
                          </a:solidFill>
                          <a:latin typeface="Yu Gothic"/>
                        </a:defRPr>
                      </a:pPr>
                      <a:r>
                        <a:t>湾岸地域の淡水化設備投資額(2006〜2024年累計)</a:t>
                      </a:r>
                    </a:p>
                  </a:txBody>
                  <a:tcPr>
                    <a:solidFill>
                      <a:srgbClr val="FFFFFF"/>
                    </a:solidFill>
                  </a:tcPr>
                </a:tc>
                <a:tc>
                  <a:txBody>
                    <a:bodyPr/>
                    <a:lstStyle/>
                    <a:p>
                      <a:pPr>
                        <a:defRPr sz="1200">
                          <a:solidFill>
                            <a:srgbClr val="16202E"/>
                          </a:solidFill>
                          <a:latin typeface="Yu Gothic"/>
                        </a:defRPr>
                      </a:pPr>
                      <a:r>
                        <a:t>534億ドル(世界全体のほぼ半分)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液体冷却を導入している企業</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対策を進める企業を確認します。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Khazna: UAEでデータセンターの液体冷却を導入。下水処理水の冷却用途への試験運用も実施</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DataVolt: 液体冷却などの高効率ソリューションを導入</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Alfanar: 液体冷却などの高効率ソリューションを導入</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水使用量の削減幅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最大90% 液体冷却による削減率(条件により変動する上限値)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同時に電力需要の低減にもつながるとされる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National(2026-08-22)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従来の空冷方式 vs 液体冷却方式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従来の空冷方式</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大量の水を使用して冷却</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水資源への圧力が大きい</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導入コストは比較的低い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液体冷却方式</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水使用量を最大90%削減</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電力需要の低減にもつながる</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初期コストが高く、改修には大規模投資が必要</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水不足の課題から対策までの流れ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AI投資の拡大でデータセンター需要が急増</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砂漠気候で水資源が乏しい湾岸地域</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水需要が2030年に年間610億リットルへ</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UAEのAI分野だけで</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液体冷却・下水処理水活用で対応</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Khazna・DataVolt・Alfanar等が導入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水不足の課題認識から対策企業の取り組みまでの流れ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水需要の急増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UAEのAI分野で2030年に年間610億リットル</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対策企業の取り組み</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Khazna・DataVolt・Alfanarが液体冷却を導入</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留保事項の確認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予測値・上限値である点を正確に理解する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液体冷却導入の課題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正直に確認しておきたい課題です。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液体冷却の導入には高額な初期コストがかかる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既存データセンターを液体冷却に対応させる改修(レトロフィット)には、設計・インフラの変更を伴う大規模な投資が必要</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Khazna・DataVolt・Alfanarそれぞれの具体的な導入規模・削減実績の詳細数値は、本調査の範囲では確認できていない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National(2026-08-22)、業界文脈の補足情報</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湾岸地域のAI投資の全体像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国・企業</a:t>
                      </a:r>
                    </a:p>
                  </a:txBody>
                  <a:tcPr>
                    <a:solidFill>
                      <a:srgbClr val="1B3A5C"/>
                    </a:solidFill>
                  </a:tcPr>
                </a:tc>
                <a:tc>
                  <a:txBody>
                    <a:bodyPr/>
                    <a:lstStyle/>
                    <a:p>
                      <a:pPr>
                        <a:defRPr sz="1300" b="1">
                          <a:solidFill>
                            <a:srgbClr val="FFFFFF"/>
                          </a:solidFill>
                          <a:latin typeface="Yu Gothic"/>
                        </a:defRPr>
                      </a:pPr>
                      <a:r>
                        <a:t>投資内容</a:t>
                      </a:r>
                    </a:p>
                  </a:txBody>
                  <a:tcPr>
                    <a:solidFill>
                      <a:srgbClr val="1B3A5C"/>
                    </a:solidFill>
                  </a:tcPr>
                </a:tc>
              </a:tr>
              <a:tr h="502920">
                <a:tc>
                  <a:txBody>
                    <a:bodyPr/>
                    <a:lstStyle/>
                    <a:p>
                      <a:pPr>
                        <a:defRPr sz="1200">
                          <a:solidFill>
                            <a:srgbClr val="16202E"/>
                          </a:solidFill>
                          <a:latin typeface="Yu Gothic"/>
                        </a:defRPr>
                      </a:pPr>
                      <a:r>
                        <a:t>サウジアラビア</a:t>
                      </a:r>
                    </a:p>
                  </a:txBody>
                  <a:tcPr>
                    <a:solidFill>
                      <a:srgbClr val="FFFFFF"/>
                    </a:solidFill>
                  </a:tcPr>
                </a:tc>
                <a:tc>
                  <a:txBody>
                    <a:bodyPr/>
                    <a:lstStyle/>
                    <a:p>
                      <a:pPr>
                        <a:defRPr sz="1200">
                          <a:solidFill>
                            <a:srgbClr val="16202E"/>
                          </a:solidFill>
                          <a:latin typeface="Yu Gothic"/>
                        </a:defRPr>
                      </a:pPr>
                      <a:r>
                        <a:t>約400億ドル規模のAI関連投資(Humain等)</a:t>
                      </a:r>
                    </a:p>
                  </a:txBody>
                  <a:tcPr>
                    <a:solidFill>
                      <a:srgbClr val="FFFFFF"/>
                    </a:solidFill>
                  </a:tcPr>
                </a:tc>
              </a:tr>
              <a:tr h="502920">
                <a:tc>
                  <a:txBody>
                    <a:bodyPr/>
                    <a:lstStyle/>
                    <a:p>
                      <a:pPr>
                        <a:defRPr sz="1200">
                          <a:solidFill>
                            <a:srgbClr val="16202E"/>
                          </a:solidFill>
                          <a:latin typeface="Yu Gothic"/>
                        </a:defRPr>
                      </a:pPr>
                      <a:r>
                        <a:t>Google Cloud・サウジPIF</a:t>
                      </a:r>
                    </a:p>
                  </a:txBody>
                  <a:tcPr>
                    <a:solidFill>
                      <a:srgbClr val="F2F6FA"/>
                    </a:solidFill>
                  </a:tcPr>
                </a:tc>
                <a:tc>
                  <a:txBody>
                    <a:bodyPr/>
                    <a:lstStyle/>
                    <a:p>
                      <a:pPr>
                        <a:defRPr sz="1200">
                          <a:solidFill>
                            <a:srgbClr val="16202E"/>
                          </a:solidFill>
                          <a:latin typeface="Yu Gothic"/>
                        </a:defRPr>
                      </a:pPr>
                      <a:r>
                        <a:t>100億ドル規模のAIハブ構築計画</a:t>
                      </a:r>
                    </a:p>
                  </a:txBody>
                  <a:tcPr>
                    <a:solidFill>
                      <a:srgbClr val="F2F6FA"/>
                    </a:solidFill>
                  </a:tcPr>
                </a:tc>
              </a:tr>
              <a:tr h="502920">
                <a:tc>
                  <a:txBody>
                    <a:bodyPr/>
                    <a:lstStyle/>
                    <a:p>
                      <a:pPr>
                        <a:defRPr sz="1200">
                          <a:solidFill>
                            <a:srgbClr val="16202E"/>
                          </a:solidFill>
                          <a:latin typeface="Yu Gothic"/>
                        </a:defRPr>
                      </a:pPr>
                      <a:r>
                        <a:t>Blackstone・Humain</a:t>
                      </a:r>
                    </a:p>
                  </a:txBody>
                  <a:tcPr>
                    <a:solidFill>
                      <a:srgbClr val="FFFFFF"/>
                    </a:solidFill>
                  </a:tcPr>
                </a:tc>
                <a:tc>
                  <a:txBody>
                    <a:bodyPr/>
                    <a:lstStyle/>
                    <a:p>
                      <a:pPr>
                        <a:defRPr sz="1200">
                          <a:solidFill>
                            <a:srgbClr val="16202E"/>
                          </a:solidFill>
                          <a:latin typeface="Yu Gothic"/>
                        </a:defRPr>
                      </a:pPr>
                      <a:r>
                        <a:t>約30億ドル規模のデータセンター建設投資</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業界文脈の補足情報(複数の業界メディア)</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湾岸地域がAI投資を進める背景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地域全体の文脈を確認します。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サウジアラビア・UAE・カタールは、石油依存からの経済多角化を目指し、技術・インフラへの巨額投資を進めている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AIインフラは、この経済多角化戦略の中核的な柱の一つとして位置づけられている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一方で、電力・水資源という物理的な制約が、AIインフラ拡大のボトルネックになりうるという指摘が業界内で強まっている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業界文脈の補足情報(複数の業界メディア)</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淡水化設備投資の規模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534億ドル 湾岸地域の淡水化設備投資額(2006〜2024年累計)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世界全体の淡水化設備投資のほぼ半分に相当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National(2026-08-22)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『予測値』と『実績値』の違い(混同しないための整理)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予測値(2030年時点の見通し)</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年間約610億リットルの水需要</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液体冷却による最大90%の削減余地</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実績値(過去の累計)</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淡水化設備投資534億ドル(2006〜2024年累計)</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現時点(2026年)の実際の水消費量は本調査では未確認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AI・ビジネス業界における位置づけ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業界内での注目点です。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中東(特にUAE・サウジアラビア)は、AIインフラへの巨額投資を進める地域として世界的に注目されている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水・電力という物理的な制約は、砂漠気候の湾岸地域特有の課題として、他地域のAIデータセンター立地戦略にも示唆を与える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液体冷却技術の普及は、水資源制約下でのAIインフラ拡大の鍵を握る要素として位置づけられる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水使用量削減の電力面での効果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電力需要も低減 液体冷却は水だけでなく電力面でも効果</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冷却に必要なエネルギーそのものが減少するため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National(2026-08-22)、業界文脈の補足情報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視聴者にとっての意味—AIインフラ動向を追う立場として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AIデータセンターの拡大が、電力だけでなく水資源にも大きな影響を与えることを具体的な数字で把握できる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液体冷却技術の普及状況は、AIインフラの持続可能性を測る一つの指標として参考になる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湾岸地域特有の課題ではあるが、水資源が限られる他地域のAIインフラ戦略を考える上でも参考になる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『年間約610億リットル』は2030年時点の見通し(予測値)であり、現時点の実際の消費量ではない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『最大90%削減』は条件により変動しうる上限値であり、すべての事例で一律に実現するわけではない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Khazna・DataVolt・Alfanarそれぞれの具体的な導入規模・削減実績の詳細数値は確認できていない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湾岸地域の水資源問題には人口増加・農業用水・気候変動等の要因も関わるが、本テーマではAIデータセンターに関連する側面のみを扱った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確認できている事実</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2030年の水需要見通し(約610億リットル)</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液体冷却導入企業(Khazna・DataVolt・Alfanar)</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湾岸地域の淡水化投資の規模(534億ドル)</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今後の不確定要素</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各社の具体的な削減実績の詳細数値</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現時点の実際の水消費量</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液体冷却の普及ペース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投資の規模感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約400億ドル サウジアラビアのAI関連投資規模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湾岸地域全体でAIインフラへの巨額投資が進行中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業界文脈の補足情報(複数の業界メディア)</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主な情報源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報道内容</a:t>
                      </a:r>
                    </a:p>
                  </a:txBody>
                  <a:tcPr>
                    <a:solidFill>
                      <a:srgbClr val="1B3A5C"/>
                    </a:solidFill>
                  </a:tcPr>
                </a:tc>
              </a:tr>
              <a:tr h="502920">
                <a:tc>
                  <a:txBody>
                    <a:bodyPr/>
                    <a:lstStyle/>
                    <a:p>
                      <a:pPr>
                        <a:defRPr sz="1200">
                          <a:solidFill>
                            <a:srgbClr val="16202E"/>
                          </a:solidFill>
                          <a:latin typeface="Yu Gothic"/>
                        </a:defRPr>
                      </a:pPr>
                      <a:r>
                        <a:t>The National(2026-08-22)</a:t>
                      </a:r>
                    </a:p>
                  </a:txBody>
                  <a:tcPr>
                    <a:solidFill>
                      <a:srgbClr val="FFFFFF"/>
                    </a:solidFill>
                  </a:tcPr>
                </a:tc>
                <a:tc>
                  <a:txBody>
                    <a:bodyPr/>
                    <a:lstStyle/>
                    <a:p>
                      <a:pPr>
                        <a:defRPr sz="1200">
                          <a:solidFill>
                            <a:srgbClr val="16202E"/>
                          </a:solidFill>
                          <a:latin typeface="Yu Gothic"/>
                        </a:defRPr>
                      </a:pPr>
                      <a:r>
                        <a:t>水需要見通し・液体冷却導入企業の詳細</a:t>
                      </a:r>
                    </a:p>
                  </a:txBody>
                  <a:tcPr>
                    <a:solidFill>
                      <a:srgbClr val="FFFFFF"/>
                    </a:solidFill>
                  </a:tcPr>
                </a:tc>
              </a:tr>
              <a:tr h="502920">
                <a:tc>
                  <a:txBody>
                    <a:bodyPr/>
                    <a:lstStyle/>
                    <a:p>
                      <a:pPr>
                        <a:defRPr sz="1200">
                          <a:solidFill>
                            <a:srgbClr val="16202E"/>
                          </a:solidFill>
                          <a:latin typeface="Yu Gothic"/>
                        </a:defRPr>
                      </a:pPr>
                      <a:r>
                        <a:t>業界メディア(補足情報)</a:t>
                      </a:r>
                    </a:p>
                  </a:txBody>
                  <a:tcPr>
                    <a:solidFill>
                      <a:srgbClr val="F2F6FA"/>
                    </a:solidFill>
                  </a:tcPr>
                </a:tc>
                <a:tc>
                  <a:txBody>
                    <a:bodyPr/>
                    <a:lstStyle/>
                    <a:p>
                      <a:pPr>
                        <a:defRPr sz="1200">
                          <a:solidFill>
                            <a:srgbClr val="16202E"/>
                          </a:solidFill>
                          <a:latin typeface="Yu Gothic"/>
                        </a:defRPr>
                      </a:pPr>
                      <a:r>
                        <a:t>湾岸地域全体のAI投資の文脈</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AIインフラ動向を追う立場として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AIデータセンター拡大の物理的な制約(水資源)を具体的な数字で把握できる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サステナビリティ・環境に関心がある立場として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液体冷却技術による水使用量削減の取り組みが参考になる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予測値と実績値の違い、上限値としての『最大90%』という表現を正確に理解する視点が役立つ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他地域への示唆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湾岸地域以外への波及効果です。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水資源が限られる他の乾燥地域(米国西部・オーストラリア内陸部等)のAIデータセンター立地戦略にも参考になる可能性がある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液体冷却技術の普及は、湾岸地域だけでなく世界全体のAIインフラの持続可能性に関わるテーマである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本調査では他地域への具体的な波及効果までは確認できていない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液体冷却企業の数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3社以上 報道で名前が挙がった液体冷却導入企業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Khazna・DataVolt・Alfanar</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National(2026-08-22)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水資源対策の選択肢まとめ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対策</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液体冷却</a:t>
                      </a:r>
                    </a:p>
                  </a:txBody>
                  <a:tcPr>
                    <a:solidFill>
                      <a:srgbClr val="FFFFFF"/>
                    </a:solidFill>
                  </a:tcPr>
                </a:tc>
                <a:tc>
                  <a:txBody>
                    <a:bodyPr/>
                    <a:lstStyle/>
                    <a:p>
                      <a:pPr>
                        <a:defRPr sz="1200">
                          <a:solidFill>
                            <a:srgbClr val="16202E"/>
                          </a:solidFill>
                          <a:latin typeface="Yu Gothic"/>
                        </a:defRPr>
                      </a:pPr>
                      <a:r>
                        <a:t>水使用量を最大90%削減、電力需要も低減</a:t>
                      </a:r>
                    </a:p>
                  </a:txBody>
                  <a:tcPr>
                    <a:solidFill>
                      <a:srgbClr val="FFFFFF"/>
                    </a:solidFill>
                  </a:tcPr>
                </a:tc>
              </a:tr>
              <a:tr h="502920">
                <a:tc>
                  <a:txBody>
                    <a:bodyPr/>
                    <a:lstStyle/>
                    <a:p>
                      <a:pPr>
                        <a:defRPr sz="1200">
                          <a:solidFill>
                            <a:srgbClr val="16202E"/>
                          </a:solidFill>
                          <a:latin typeface="Yu Gothic"/>
                        </a:defRPr>
                      </a:pPr>
                      <a:r>
                        <a:t>下水処理水の活用</a:t>
                      </a:r>
                    </a:p>
                  </a:txBody>
                  <a:tcPr>
                    <a:solidFill>
                      <a:srgbClr val="F2F6FA"/>
                    </a:solidFill>
                  </a:tcPr>
                </a:tc>
                <a:tc>
                  <a:txBody>
                    <a:bodyPr/>
                    <a:lstStyle/>
                    <a:p>
                      <a:pPr>
                        <a:defRPr sz="1200">
                          <a:solidFill>
                            <a:srgbClr val="16202E"/>
                          </a:solidFill>
                          <a:latin typeface="Yu Gothic"/>
                        </a:defRPr>
                      </a:pPr>
                      <a:r>
                        <a:t>Khaznaが冷却用途への試験運用を実施</a:t>
                      </a:r>
                    </a:p>
                  </a:txBody>
                  <a:tcPr>
                    <a:solidFill>
                      <a:srgbClr val="F2F6FA"/>
                    </a:solidFill>
                  </a:tcPr>
                </a:tc>
              </a:tr>
              <a:tr h="502920">
                <a:tc>
                  <a:txBody>
                    <a:bodyPr/>
                    <a:lstStyle/>
                    <a:p>
                      <a:pPr>
                        <a:defRPr sz="1200">
                          <a:solidFill>
                            <a:srgbClr val="16202E"/>
                          </a:solidFill>
                          <a:latin typeface="Yu Gothic"/>
                        </a:defRPr>
                      </a:pPr>
                      <a:r>
                        <a:t>淡水化投資の継続</a:t>
                      </a:r>
                    </a:p>
                  </a:txBody>
                  <a:tcPr>
                    <a:solidFill>
                      <a:srgbClr val="FFFFFF"/>
                    </a:solidFill>
                  </a:tcPr>
                </a:tc>
                <a:tc>
                  <a:txBody>
                    <a:bodyPr/>
                    <a:lstStyle/>
                    <a:p>
                      <a:pPr>
                        <a:defRPr sz="1200">
                          <a:solidFill>
                            <a:srgbClr val="16202E"/>
                          </a:solidFill>
                          <a:latin typeface="Yu Gothic"/>
                        </a:defRPr>
                      </a:pPr>
                      <a:r>
                        <a:t>湾岸地域は累計534億ドルを投資済み</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National(2026-08-22)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サステナビリティの観点からの評価</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環境面での評価を確認します。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液体冷却の導入は、水資源だけでなく電力需要の低減にもつながるとされ、AIインフラの持続可能性向上に寄与する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下水処理水の活用(Khaznaの試験運用)は、新たな水源開発ではなく既存の廃水を再利用する点で注目される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一方で、これらの対策がAI需要の急増ペースに追いつけるかどうかは、本調査の範囲では確認できていない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2026年8月22日、The Nationalは湾岸諸国がAIデータセンターの水不足対応に巨額投資を進めていると報じた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UAEのAI分野だけで2030年までに年間約610億リットルの水が必要になる見通しである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Khazna・DataVolt・Alfanarといった企業が液体冷却で水使用量を最大90%削減する取り組みを進めている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予測値と実績値の違い、条件による変動幅など、正直な留保事項も明確に開示した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The National(2026-08-22)</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砂漠のAIデータセンターが飲み込む「水」。</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2026年8月22日、The Nationalは湾岸諸国のAIデータセンターが直面する水資源の課題と対策を報じました。数字の性質を正確に理解しながら、出典付きで整理してお届けしました。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