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2026年7月21日、Twitter創業者として知られるJack Dorsey氏率いるBlock社が、Slack・GitHubに挑む新プラットフォーム「Buzz」を発表しました。人間とAIエージェントが同じチャットの中で一緒に働く、という新しい体験です。今日はその中身を見ていきます。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結論を3点。無料・オープンソースであること、分散型プロトコルNostr上に構築されていること、そしてClaude Code等3つのエージェントフレームワークに対応していることです。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この動画を見ると、Buzzが目指すもの、人間とAIエージェントの共同作業の仕組み、既存ツールとの違い、そして話題になった理由まで分かるようになります。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なぜ今扱うか。多くのメディアが一斉に報じたことに加え、AIエージェントをこれまでの「ツール」ではなく、対等な「メンバー」として扱う設計思想への転換が注目されているためです。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今日はこの4つの流れで見ていきます。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発表の概要を整理すると、Block社が2026年7月21日、人間とAIエージェントを統合するグループチャットプラットフォーム「Buzz」を無料・オープンソースでリリースした、という内容です。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Buzzがどんな場面を想定しているか。チームチャットにAIエージェントを招待し、議論からコーディング、プルリクエストまでアプリを切り替えずに進められる、という体験を目指しています。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技術的な話に入る前に、4つの用語を整理します。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主要な機能を数字で見ます。3つのOSに対応し、複数のエージェントフレームワークをサポートし、Apache 2.0ライセンスで公開されています。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一番の特徴はここです。人間・AIエージェントそれぞれに暗号学的なIDと権限設定が付与され、同じチャットの中で対等なメンバーとして参加します。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Buzzが乗っているNostrという分散型プロトコルについて。特定の企業に依存しないという設計思想がベースにあります。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実際の作業の流れを4ステップで見ます。チャットでの議論から、計画、コーディング、プルリクエストまで、アプリを切り替えずに進められます。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対応するエージェントフレームワークとして、Claude Code、OpenAI Codex、Block自社のgooseが挙げられています。特定のAIに縛られない「モデル非依存」の設計です。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ここまでの対応環境を表にまとめます。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従来のSlack・GitHubと、Buzzの設計思想の違いを比較します。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暗号学的アイデンティティについてもう少し深掘りします。誰が何をしたかを追跡でき、権限で操作範囲を制限できる仕組みです。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多くの既存ツールでは、AIエージェントは呼び出されて答えるだけの存在ですが、Buzzでは自ら発言し対等にやり取りする、という設計思想が注目されています。これがBuzzの一番の特徴です。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Dorsey氏は本プラットフォームを「モデルに依存せず、分散型で、自己主権的、かつオープンソース」と説明したと報じられています。この3つのキーワードに集約されます。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なぜこの発表がここまで話題になったのか。著名起業家による発表であること、設計思想の新しさ、そして2つの主要ツールを同時に代替しようとする野心が理由として挙げられます。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ここまでの違いを表にまとめます。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調査で分からなかった点を正直にお伝えします。実際の利用者数や、既存ツールからの移行方法の詳細はまだ分かっていません。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良い評価だけでなく、慎重な見方も紹介します。初期段階の製品であること、分散型プロトコルが企業導入のハードルになる可能性もあります。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楽観的な見方と慎重な見方を並べます。透明性や対応の速さを評価する声がある一方、環境設計への疑問や今後への懸念を示す声もあります。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私たちへの示唆です。AIエージェントをチームメンバーとして設計する発想は、他のツールにも今後広がっていく可能性があります。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実際に試す場合は、初期段階であることを踏まえて検証的に使うこと、重要データをいきなり移行しないことをおすすめします。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注意点を表にまとめます。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この発表から見える業界の流れとして、AIエージェントを対等なメンバーとして扱う設計、分散型基盤への関心、複数ツール統合の動き、の3点が挙げられます。ここまでが本編、最後にまとめます。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今後の見通しです。推測であることを明記した上で、既存ツール側の対抗や、分散型ビジネスチャットの広がりが予想されます。確定しているのは、Block社自身が「初期段階」と位置づけている点だけです。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今日の内容をまとめると、Jack Dorsey氏率いるBlock社が、人間とAIエージェントを対等なメンバーとして扱う新プラットフォーム「Buzz」を発表した、という話でした。興味があれば実際に試してみてください。本日は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最後に出典一覧です。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Slackも、GitHubも、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いらなくなるかもしれない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Jack Dorsey氏が発表した、人間とAIエージェントが同じ場で働く新プラットフォーム「Buzz」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TechCrunch・Yahoo Tech・BigGo Finance等(2026年7月23日調査)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今回の結論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無料・OSS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提供形態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Apache 2.0ライセンスでGitHub公開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Nostr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基盤プロトコル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分散型プロトコル上に構築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Claude Code等3種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対応エージェント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Claude Code・OpenAI Codex・Block自社goose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 https://techcrunch.com/2026/07/21/jack-dorsey-is-taking-on-slack-with-buzz-a-group-chat-platform-for-teams-and-their-ai-agents/ / BigGo Finance https://finance.biggo.com/news/cc7875e0-c44a-4b5d-8173-e39a5b4b926f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この動画で得られること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Buzzの狙い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何を目指しているプラットフォームなのか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6533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853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共同作業の仕組み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0853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人間とAIエージェントがどう働くか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0187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既存ツールとの違い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0187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Slack・GitHubと何が違うのか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55201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29521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話題の理由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521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なぜここまで注目されたのか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なぜ今このタイミングで知る必要があるのか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AIエージェント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これまで:ツール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Buzzでは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対等な「メンバー」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6270"/>
                </a:solidFill>
                <a:latin typeface="Yu Gothic"/>
              </a:rPr>
              <a:t>「命令を受け付けるだけの存在」から「一緒に働く存在」への転換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 https://techcrunch.com/2026/07/21/jack-dorsey-is-taking-on-slack-with-buzz-a-group-chat-platform-for-teams-and-their-ai-agents/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今日の流れ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Buzzとは何か・基礎知識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主な機能と技術仕様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Slack・GitHubとの違い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話題になった理由と今後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発表の概要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誰が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Block社(Jack Dorsey氏率いる)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いつ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2026年7月21日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何を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「Buzz」を無料・オープンソースでリリース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 https://techcrunch.com/2026/07/21/jack-dorsey-is-taking-on-slack-with-buzz-a-group-chat-platform-for-teams-and-their-ai-agents/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Buzzとは何か(基礎知識)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どんな場面で使うことを想定しているか。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チームチャットに専門特化したAIエージェントを招待できる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人間・他のAIエージェントと共同作業できる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議論からそのまま計画・コーディング・プルリクエスト・プロジェクト管理まで、アプリを切り替えずに進められる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 https://techcrunch.com/2026/07/21/jack-dorsey-is-taking-on-slack-with-buzz-a-group-chat-platform-for-teams-and-their-ai-agents/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用語解説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Nostr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特定の企業に依存しない、分散型のメッセージング用プロトコル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オープンソース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ソースコードが公開され、誰でも中身を確認・改変できる形態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エージェントフレームワーク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AIエージェントを構築・動作させるための土台となるソフトウェア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暗号学的ID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なりすましを防ぐ、暗号技術に基づいた本人確認の仕組み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主要機能を数字で見る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対応OS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macOS・Windows・Linux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3種以上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対応エージェントフレームワーク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Claude Code・OpenAI Codex・goose等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Apache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ライセンス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GitHub上でコード公開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BigGo Finance https://finance.biggo.com/news/cc7875e0-c44a-4b5d-8173-e39a5b4b926f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人間とAIエージェントが同じ場で働く仕組み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暗号学的ID+権限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Buzz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共通のチャット空間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AIエージェント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暗号学的ID+権限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6270"/>
                </a:solidFill>
                <a:latin typeface="Yu Gothic"/>
              </a:rPr>
              <a:t>どちらも「メンバー」として、対等に発言・作業できる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BigGo Finance https://finance.biggo.com/news/cc7875e0-c44a-4b5d-8173-e39a5b4b926f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Nostrプロトコルとは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一般的なチャットツール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特定企業の中央サーバーに依存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その企業がサービスを止めれば使えなくなる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Nostr(Buzzの基盤)</a:t>
            </a:r>
          </a:p>
        </p:txBody>
      </p:sp>
      <p:sp>
        <p:nvSpPr>
          <p:cNvPr id="11" name="Oval 10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特定の中央サーバー・企業に依存しない分散型</a:t>
            </a:r>
          </a:p>
        </p:txBody>
      </p:sp>
      <p:sp>
        <p:nvSpPr>
          <p:cNvPr id="13" name="Oval 12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元々はSNS向けに開発されたオープンプロトコル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Buzzでの作業の流れ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①チャット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チームやAIエージェントと議論・相談</a:t>
            </a:r>
          </a:p>
        </p:txBody>
      </p:sp>
      <p:sp>
        <p:nvSpPr>
          <p:cNvPr id="7" name="Chevron 6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②計画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そのまま作業の計画を立てる</a:t>
            </a:r>
          </a:p>
        </p:txBody>
      </p:sp>
      <p:sp>
        <p:nvSpPr>
          <p:cNvPr id="12" name="Chevron 11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③コーディング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AIエージェントがコードを書く</a:t>
            </a:r>
          </a:p>
        </p:txBody>
      </p:sp>
      <p:sp>
        <p:nvSpPr>
          <p:cNvPr id="17" name="Chevron 16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④PR・管理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プルリクエストの作成・プロジェクト管理まで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対応するエージェントフレームワーク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Anthropicのコーディングエージェント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OpenAI Codex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OpenAIのコーディングエージェント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goose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Block自社のエージェントフレームワーク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BigGo Finance https://finance.biggo.com/news/cc7875e0-c44a-4b5d-8173-e39a5b4b926f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対応環境まとめ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対応OS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macOS・Windows・Linux(デスクトップ版)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価格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無料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ライセンス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Apache 2.0(GitHub公開)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基盤プロトコル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Nostr(分散型)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BigGo Finance https://finance.biggo.com/news/cc7875e0-c44a-4b5d-8173-e39a5b4b926f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Slack・GitHub vs Buzz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Slack・GitHub(従来)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人間中心のコミュニケーション設計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AIエージェントは後付けの統合が中心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複数アプリを行き来する必要がある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Buzz</a:t>
            </a:r>
          </a:p>
        </p:txBody>
      </p:sp>
      <p:sp>
        <p:nvSpPr>
          <p:cNvPr id="13" name="Oval 12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人間とAIエージェントを対等なメンバーとして設計</a:t>
            </a:r>
          </a:p>
        </p:txBody>
      </p:sp>
      <p:sp>
        <p:nvSpPr>
          <p:cNvPr id="15" name="Oval 14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チャットからコーディング・PRまで1つの場で完結</a:t>
            </a:r>
          </a:p>
        </p:txBody>
      </p:sp>
      <p:sp>
        <p:nvSpPr>
          <p:cNvPr id="17" name="Oval 16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分散型プロトコル上に構築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暗号学的アイデンティティとは(深掘り)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なりすまし対策の仕組みです。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人間・AIエージェントそれぞれに固有の暗号鍵に基づくIDが割り当てられる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誰が(どのエージェントが)何を発言・実行したかを追跡できる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権限設定により、エージェントができる操作の範囲を制限できる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AIエージェントの位置づけ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多くの既存ツール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呼び出されて答えるだけの存在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命令を受け取るだけの「ボット」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Buzz</a:t>
            </a:r>
          </a:p>
        </p:txBody>
      </p:sp>
      <p:sp>
        <p:nvSpPr>
          <p:cNvPr id="11" name="Oval 10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自ら発言し対等にやり取りする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他のメンバーと同じ「メンバー」として参加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Dorsey氏の3つのキーワード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モデル非依存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特定のAIモデルに縛られない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分散型・自己主権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特定の企業に依存しない設計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オープンソース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誰でも中身を確認・改変できる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BigGo Finance https://finance.biggo.com/news/cc7875e0-c44a-4b5d-8173-e39a5b4b926f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なぜこの発表が話題になったのか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単なる新アプリの発表ではなく、という受け止め方です。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著名起業家(Twitter創業者)による発表という注目度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「AIエージェントをメンバー扱いする」という設計思想の新しさ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Slack・GitHubという2つの主要ツールを同時に代替しようとする野心的な狙い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競合との違いまとめ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Slack・GitHub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Buzz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AIエージェントの位置づけ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後付けの統合が中心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対等なメンバー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基盤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中央集権的な自社サーバー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分散型プロトコル(Nostr)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価格・提供形態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有料プランが中心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無料・オープンソース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不明な点(正直に)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TechCrunch等の記事本文には直接アクセスできず、要約・引用経由の確認にとどまる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実際の利用者数・企業導入事例は「初期段階」としか報じられていない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Slack・GitHubからの具体的な移行方法・データ移行のしやすさ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反対意見・見方が分かれる点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「初期段階」の製品であり、実際に企業で使えるレベルかは未知数という見方がある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分散型プロトコル(Nostr)の採用が、逆に企業導入のハードルになる可能性も指摘できる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過去にも「Slack・GitHub代替」を謳うツールは多く登場しており、今回も同様に定着するかは分からない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楽観的な見方 vs 慎重な見方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楽観的な見方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著名起業家による大胆な発表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AIエージェントの新しい扱い方を提示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慎重な見方</a:t>
            </a:r>
          </a:p>
        </p:txBody>
      </p:sp>
      <p:sp>
        <p:nvSpPr>
          <p:cNvPr id="11" name="Oval 10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初期段階でまだ実績が少ない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過去の「Slack代替」ツールの多くは定着しなかった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個人・企業への示唆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自分たちの仕事にどう関係するか。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AIエージェントを「ツール」ではなく「チームメンバー」として設計する発想が今後広がる可能性がある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複数アプリを行き来する非効率を解消する動きは、他のツールにも波及しうる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導入を検討する場合は、初期段階であることを踏まえ、まずは小規模に試すのが無難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実際に試す場合の注意点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無料・オープンソースだが「初期段階」であることを踏まえて検証的に使う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既存のSlack・GitHubの重要データをいきなり移行しない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対応するエージェントフレームワーク(Claude Code等)との相性を確認する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注意点まとめ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注意点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対策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初期段階の製品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まずは検証的に、小規模なチームで試す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データ移行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重要データはいきなり移行しない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エージェントとの相性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対応フレームワークとの互換性を事前確認する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この発表から見える業界の流れ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AIを対等に扱う設計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「メンバー」として扱う思想への関心の高まり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分散型基盤への注目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特定企業に依存しない仕組みへの関心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複数ツールの統合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チャット・コーディング・管理を1つに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今後の見通し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(推測)既存ツール側の対抗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Slack・GitHub側もAIエージェント統合を深める可能性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(推測)分散型ビジネスチャットの広がり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同様の形態が他社にも広がる可能性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(確定事実)「初期段階」との位置づけ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Block社自身がそう説明している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AIエージェントを「同僚」として扱う時代が始まるかもしれません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無料・オープンソースなので、興味があれば実際に試してみるのも一つの手です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GitHub上のBuzzのリポジトリを確認し、自分のチームで試せそうか検討する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情報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出典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発表の概要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TechCrunch(2026/7/21)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技術仕様の詳細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BigGo Finance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報道確認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Yahoo Tech / Slashdot / Cryptopolitan / smartcompany.com.au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TechCrunch・Yahoo Tech・BigGo Finance等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