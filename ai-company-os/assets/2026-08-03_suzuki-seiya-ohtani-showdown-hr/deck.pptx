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本日はカブスの鈴木誠也選手が放った、7試合ぶりの19号2ランの話題をお届けします。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今日は、何が起きたのか、本塁打の詳細、鈴木選手のプロフィール、この試合の構図、今後の見通しをお伝えします。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8月3日のドジャース戦、鈴木選手は初回第1打席で7試合ぶりの19号2ランを放ちました。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その本塁打がこちら、今季19号です。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本塁打の詳細をまとめると、この表の通りです。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打席の流れを整理すると、この4ステップです。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鈴木誠也選手はシカゴ・カブス所属の外野手です。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この試合、対戦相手のドジャースには大谷翔平選手が所属しており、『日本人対決』として報じられました。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対戦の構図を図で見ると、カブスとドジャースという、両選手が所属するチーム同士の一戦でした。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この一発で、鈴木選手は4年連続20本塁打まであと1本に迫りました。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第2打席では2打席連続本塁打とはならず、中飛に倒れましたが、初回の一発が大歓声を呼びました。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本塁打の数字をまとめると、この表の通りです。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打球速度は106.6マイル、約171.5キロという強烈な当たりでした。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この一発が注目される理由は、大谷選手の前での一発という構図、そして7試合ぶりという待望のタイミングです。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7試合ぶりの本塁打までの流れを図で見ると、待望のタイミングだったことが分かります。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ここで大事な点を確認します。本テーマは鈴木選手の活躍を主題としますが、大谷選手・ドジャースを貶める表現は含みません。両者への敬意を持って紹介しています。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既存テーマは大谷選手・村上選手自身の記録を主題としますが、本テーマは鈴木選手の本塁打が主題であり、重複ではありません。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本テーマを総括します。鈴木選手が、大谷選手の前で7試合ぶりとなる今季19号を放ちました。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ここからは推測です。4年連続20本塁打の達成、今後の対戦、シーズン終盤の活躍が注目されます。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確認できている事実を整理すると、この4点です。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本テーマでは数字の創作をせず、対戦相手を貶める表現も避けています。政治的な話題とは無関係の、明るいスポーツニュースです。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出典はこの表の通り、複数の独立したスポーツ専門メディアです。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確認できたことと確認できなかったことを正直に整理します。大谷選手自身の成績詳細や、試合の最終結果は確認できていません。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改めて、鈴木誠也選手の7試合ぶりの19号2ランです。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本塁打から報道、話題化までの流れを図にすると、このようになります。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皆さんは、鈴木選手が4年連続20本塁打を達成できると思いますか。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数字で見ると、今季19号、打球速度106.6マイル、飛距離367フィートです。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改めて総括します。大谷選手の前での、待望の一発でした。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鈴木選手の20本塁打達成、そして両チームの今後の対戦に注目していきましょう。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今回もありがとうございました。鈴木誠也選手の19号2ランの話題をお届けしました。次回もお楽しみに。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大谷翔平が見つめる先で、彼はバットを振り抜いた。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カブス・鈴木誠也選手、ドジャース戦で7試合ぶりの19号2ラン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Full-Count・日刊スポーツ(2026-08-04) ※着手日の1日前の話題です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本塁打の詳細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鈴木誠也選手のプロフィール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この試合の構図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鈴木誠也選手が2026年8月3日、本拠地でのドジャース戦に先発出場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初回第1打席で7試合ぶりとなる今季19号の2ランを放つ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4年連続20本塁打まであと1本に迫った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Full-Count(2026-08-04)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今季の本塁打数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19号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2026年8月3日、ドジャース戦の初回第1打席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Full-Count(2026-08-04)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本塁打の詳細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2026年8月3日(米国時間)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対戦相手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ドジャース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打球速度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106.6マイル(約171.5km)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飛距離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367フィート(約111.8m)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打席の流れ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状況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無死一塁、初回第1打席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左腕ジャスティン・ロブレスキー投手の高めのフォーシーム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左翼席への2ランホームラン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記録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7試合ぶりの本塁打、今季19号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鈴木誠也選手プロフィール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所属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シカゴ・カブス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ポジション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外野手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今季の状況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4年連続20本塁打まであと1本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この試合の構図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対戦相手ドジャースには大谷翔平選手が所属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『日本人対決』として複数媒体が報道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鈴木選手の一発が大谷選手の前で放たれた形に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BASEBALL 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対戦の構図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カブス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鈴木誠也選手が所属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対戦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2026年8月3日、本拠地での一戦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ドジャース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大谷翔平選手が所属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大台まで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あと1本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4年連続20本塁打に王手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Full-Count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第2打席の結果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2打席連続本塁打への期待もかかった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第2打席は中飛に倒れる結果に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それでも初回の一発が大歓声を呼んだ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日刊スポーツ(2026-08-04)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本塁打の数字まとめ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数字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今季本塁打数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19号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打球速度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106.6マイル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飛距離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367フィート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前回本塁打からの間隔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7試合ぶり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打球速度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106.6マイル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約171.5キロの強烈な当たり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Full-Count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なぜこの一発が注目されるのか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大谷選手の前での一発という構図のドラマ性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7試合ぶりという待望の一発だった点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4年連続20本塁打という節目に迫った点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7試合ぶりの本塁打までの流れ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前回の本塁打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7試合前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本塁打なしの期間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7試合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8月3日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19号2ランで再び本塁打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【重要】本テーマの中立性についての開示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本テーマは鈴木誠也選手の活躍を主題とする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大谷翔平選手・ドジャースを貶める表現は含まない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両選手・両チームへの敬意を持って紹介する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似たテーマとの違い(重複でないことの確認)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既存テーマ(大谷翔平選手・村上宗隆選手)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大谷選手自身の記録が主題(既存テーマ)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村上選手の連続安打が主題(既存テーマ)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本テーマ(鈴木誠也選手)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鈴木選手の19号2ランが主題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大谷選手は対戦相手として登場するのみ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大谷選手の前で放たれた、7試合ぶりの一発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鈴木誠也選手が今季19号を記録した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大台達成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4年連続20本塁打達成への期待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今後の対戦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両チームの今後の対戦への注目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シーズン終盤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終盤戦での鈴木選手の活躍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確認できている事実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日付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2026年8月3日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2253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853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本塁打数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853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今季19号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打球速度・飛距離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106.6マイル・367フィート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0921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9521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間隔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521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7試合ぶり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数字の創作はせず、報道された数字のみを扱う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対戦相手(大谷選手・ドジャース)を貶める表現は避ける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政治的な話題とは無関係の、明るいスポーツニュースとして紹介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Full-Count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2026-08-04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本塁打の詳細・記録の意味を報道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日刊スポーツ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2026-08-04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試合の様子・場内の反応を報道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BASEBALL 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2026-08-04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『日本人対決』という構図を報道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確認済み: 本塁打の詳細(日付・打球速度・飛距離)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確認済み: 7試合ぶり、4年連続20本塁打まであと1本という記録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未確認: 大谷選手自身のこの試合での成績詳細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未確認: 試合の最終スコア・勝敗結果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19号2ラン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7試合ぶり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カブス・鈴木誠也選手、2026年8月3日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本塁打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8月3日、初回第1打席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複数のスポーツ専門メディアが速報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SNS・ニュースで拡散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鈴木選手は4年連続20本塁打を達成できるでしょうか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この後の対戦カードにも注目したいですね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数字で見る19号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本塁打数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今季19号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打球速度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106.6マイル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飛距離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367フィート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大谷選手の前での、待望の一発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鈴木誠也選手、7試合ぶりの19号2ラン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鈴木選手の20本塁打達成、両チームの今後の対戦に注目していきます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鈴木誠也選手が7試合ぶりの今季19号2ランを放つ(2026年8月3日)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対戦相手ドジャースには大谷翔平選手が所属し『日本人対決』に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4年連続20本塁打まであと1本に迫った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Full-Count・日刊スポーツ(2026-08-04)｜定期実行98本目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