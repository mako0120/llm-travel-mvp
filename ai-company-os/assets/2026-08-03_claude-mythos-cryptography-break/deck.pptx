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本日はAIが暗号アルゴリズムの新たな弱点を発見したという話題をお届けします。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今日は、何が起きたのか、HAWKとAES-128への攻撃、実運用への影響、公平性についての開示をお伝えします。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Mythos Previewというモデルが、暗号アルゴリズムの新たな攻撃法を発見したと報じられました。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その発表時期がこちら、着手日の5〜6日前です。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Mythos Previewは、Anthropicの実験的モデルです。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HAWKへの攻撃は、鍵強度を実質的に半減させる新手法で、約60時間の作業で検証されたとされます。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HAWKへの攻撃は、約60時間の作業で検証されたとされています。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AES-128への攻撃は、7ラウンド版を対象に、メビウス・ブリッジという新手法で行われました。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攻撃手法の位置づけを図で見ると、従来手法をメビウス・ブリッジで最適化し、大幅に高速化しています。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AES-128攻撃の高速化をまとめると、この表の通りです。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攻撃の高速化倍率は、従来手法と比較して200から800倍とされています。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報じたメディアは、ITmedia NEWS、PC Watch、Qiita、TechBriefly JP、tech-noisyです。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ここで大事な点です。今回の発見は現行の実運用システムには影響せず、本番ソフトウェアへの変更も不要とされています。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発見に至る経緯を図で見ると、当初は不可能と回答したモデルが、プロンプトの調整を経て発見に至ったとされています。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テーマはAnthropic自身のモデルによる発見を扱い、本パイプライン自体もAnthropicの技術を利用しているため、客観的な紹介にとどめ、特定製品の利用を強く推奨する結論に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ここまでを総括します。AIが暗号研究の最前線に立ち、新たな攻撃法を発見したことが今回の核心です。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ここからは推測です。標準化プロセスへの影響、他の暗号方式への応用、AIによる研究支援の広がりが焦点になりそうです。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想定される影響としては、研究者の新たな手法の広がり、標準化団体の再評価が挙げられます。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本テーマでは数字の創作をせず、実運用への影響がないことも明確に伝えています。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出典はこの表の通り、独立した複数の技術専門メディアです。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確認できたことと確認できなかったことを正直に整理します。攻撃手法の具体的な数学的詳細は一次論文まで確認できていません。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改めて確認します。Claude Mythos Previewが、暗号アルゴリズムの新たな攻撃法を発見しました。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従来の暗号研究と比べると、今回はAIモデルが新たな攻撃法を発見した点が特徴的です。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発表から報道、そして本日の話題化までの流れを図にすると、このようになります。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皆さんは、AIが暗号研究の最前線に立つ時代に、どう向き合いたいですか。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数字で見ると、HAWK攻撃は約60時間、AES-128攻撃の高速化は200から800倍です。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改めて総括します。AIが人類の暗号研究に挑む、その一つの節目でした。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暗号標準化プロセスへの影響、そして他の暗号方式への応用に注目していきましょう。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今回もありがとうございました。AIが暗号アルゴリズムの新たな弱点を発見した話題をお届けしました。次回もお楽しみに。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AIが、人類の暗号を解き始めた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Claude Mythos Preview、暗号アルゴリズムの新たな攻撃法を発見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ITmedia NEWS・PC Watch・Qiita ほか(2026-07-29頃)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HAWKへの攻撃</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AES-128への攻撃</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実運用への影響</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公平性についての開示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AnthropicのAIモデル『Claude Mythos Preview』が暗号研究に取り組んだ</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耐量子暗号候補『HAWK』とAES-128に新たな攻撃法を発見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現行の実運用システムへの影響はないとされる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ITmedia NEWS(2026-07-29頃)</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発表時期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2026年7月29日ごろ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着手日の5〜6日前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PC Watch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発見者</a:t>
                      </a:r>
                    </a:p>
                  </a:txBody>
                  <a:tcPr>
                    <a:solidFill>
                      <a:srgbClr val="FFFFFF"/>
                    </a:solidFill>
                  </a:tcPr>
                </a:tc>
                <a:tc>
                  <a:txBody>
                    <a:bodyPr/>
                    <a:lstStyle/>
                    <a:p>
                      <a:pPr>
                        <a:defRPr sz="1200">
                          <a:solidFill>
                            <a:srgbClr val="1A1A2E"/>
                          </a:solidFill>
                          <a:latin typeface="Yu Gothic"/>
                        </a:defRPr>
                      </a:pPr>
                      <a:r>
                        <a:t>Claude Mythos Preview(Anthropic)</a:t>
                      </a:r>
                    </a:p>
                  </a:txBody>
                  <a:tcPr>
                    <a:solidFill>
                      <a:srgbClr val="FFFFFF"/>
                    </a:solidFill>
                  </a:tcPr>
                </a:tc>
              </a:tr>
              <a:tr h="502920">
                <a:tc>
                  <a:txBody>
                    <a:bodyPr/>
                    <a:lstStyle/>
                    <a:p>
                      <a:pPr>
                        <a:defRPr sz="1200">
                          <a:solidFill>
                            <a:srgbClr val="1A1A2E"/>
                          </a:solidFill>
                          <a:latin typeface="Yu Gothic"/>
                        </a:defRPr>
                      </a:pPr>
                      <a:r>
                        <a:t>対象1</a:t>
                      </a:r>
                    </a:p>
                  </a:txBody>
                  <a:tcPr>
                    <a:solidFill>
                      <a:srgbClr val="F3F6FC"/>
                    </a:solidFill>
                  </a:tcPr>
                </a:tc>
                <a:tc>
                  <a:txBody>
                    <a:bodyPr/>
                    <a:lstStyle/>
                    <a:p>
                      <a:pPr>
                        <a:defRPr sz="1200">
                          <a:solidFill>
                            <a:srgbClr val="1A1A2E"/>
                          </a:solidFill>
                          <a:latin typeface="Yu Gothic"/>
                        </a:defRPr>
                      </a:pPr>
                      <a:r>
                        <a:t>耐量子署名候補『HAWK』</a:t>
                      </a:r>
                    </a:p>
                  </a:txBody>
                  <a:tcPr>
                    <a:solidFill>
                      <a:srgbClr val="F3F6FC"/>
                    </a:solidFill>
                  </a:tcPr>
                </a:tc>
              </a:tr>
              <a:tr h="502920">
                <a:tc>
                  <a:txBody>
                    <a:bodyPr/>
                    <a:lstStyle/>
                    <a:p>
                      <a:pPr>
                        <a:defRPr sz="1200">
                          <a:solidFill>
                            <a:srgbClr val="1A1A2E"/>
                          </a:solidFill>
                          <a:latin typeface="Yu Gothic"/>
                        </a:defRPr>
                      </a:pPr>
                      <a:r>
                        <a:t>対象2</a:t>
                      </a:r>
                    </a:p>
                  </a:txBody>
                  <a:tcPr>
                    <a:solidFill>
                      <a:srgbClr val="FFFFFF"/>
                    </a:solidFill>
                  </a:tcPr>
                </a:tc>
                <a:tc>
                  <a:txBody>
                    <a:bodyPr/>
                    <a:lstStyle/>
                    <a:p>
                      <a:pPr>
                        <a:defRPr sz="1200">
                          <a:solidFill>
                            <a:srgbClr val="1A1A2E"/>
                          </a:solidFill>
                          <a:latin typeface="Yu Gothic"/>
                        </a:defRPr>
                      </a:pPr>
                      <a:r>
                        <a:t>簡略版AES-128(7ラウンド版)</a:t>
                      </a:r>
                    </a:p>
                  </a:txBody>
                  <a:tcPr>
                    <a:solidFill>
                      <a:srgbClr val="FFFFFF"/>
                    </a:solidFill>
                  </a:tcPr>
                </a:tc>
              </a:tr>
              <a:tr h="502920">
                <a:tc>
                  <a:txBody>
                    <a:bodyPr/>
                    <a:lstStyle/>
                    <a:p>
                      <a:pPr>
                        <a:defRPr sz="1200">
                          <a:solidFill>
                            <a:srgbClr val="1A1A2E"/>
                          </a:solidFill>
                          <a:latin typeface="Yu Gothic"/>
                        </a:defRPr>
                      </a:pPr>
                      <a:r>
                        <a:t>実運用への影響</a:t>
                      </a:r>
                    </a:p>
                  </a:txBody>
                  <a:tcPr>
                    <a:solidFill>
                      <a:srgbClr val="F3F6FC"/>
                    </a:solidFill>
                  </a:tcPr>
                </a:tc>
                <a:tc>
                  <a:txBody>
                    <a:bodyPr/>
                    <a:lstStyle/>
                    <a:p>
                      <a:pPr>
                        <a:defRPr sz="1200">
                          <a:solidFill>
                            <a:srgbClr val="1A1A2E"/>
                          </a:solidFill>
                          <a:latin typeface="Yu Gothic"/>
                        </a:defRPr>
                      </a:pPr>
                      <a:r>
                        <a:t>なし(本番システムの変更は不要)</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Claude Mythos Previewとは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提供元</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Anthropic</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位置づけ</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実験的モデル</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今回の役割</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暗号研究への活用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HAWKへの攻撃(概要)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対象</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耐量子署名の候補方式『HAWK』</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発見内容</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鍵強度を実質的に半減させる新攻撃法</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検証</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HAWK-256の公開鍵から署名生成相当の鍵を復元</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作業時間</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約60時間とされる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HAWKへの攻撃時間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約60時間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鍵強度を実質的に半減させる攻撃を検証</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ITmedia NEWS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AES-128への攻撃(概要)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対象は標準10ラウンドを簡略化した7ラウンド版のAES-128</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『メビウス・ブリッジ』という新しいフィンガープリンティング手法を開発</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従来のmeet-in-the-middle攻撃を最適化</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Qiita(AES編)</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攻撃手法の位置づけ(概念)</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従来のmeet-in-the-middle攻撃</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既存の標準的な攻撃手法</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メビウス・ブリッジ</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Claude Mythosが開発した最適化手法</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200〜800倍の高速化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攻撃速度の大幅な向上</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AES-128攻撃の高速化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対象</a:t>
                      </a:r>
                    </a:p>
                  </a:txBody>
                  <a:tcPr>
                    <a:solidFill>
                      <a:srgbClr val="FFFFFF"/>
                    </a:solidFill>
                  </a:tcPr>
                </a:tc>
                <a:tc>
                  <a:txBody>
                    <a:bodyPr/>
                    <a:lstStyle/>
                    <a:p>
                      <a:pPr>
                        <a:defRPr sz="1200">
                          <a:solidFill>
                            <a:srgbClr val="1A1A2E"/>
                          </a:solidFill>
                          <a:latin typeface="Yu Gothic"/>
                        </a:defRPr>
                      </a:pPr>
                      <a:r>
                        <a:t>7ラウンド版AES-128</a:t>
                      </a:r>
                    </a:p>
                  </a:txBody>
                  <a:tcPr>
                    <a:solidFill>
                      <a:srgbClr val="FFFFFF"/>
                    </a:solidFill>
                  </a:tcPr>
                </a:tc>
              </a:tr>
              <a:tr h="502920">
                <a:tc>
                  <a:txBody>
                    <a:bodyPr/>
                    <a:lstStyle/>
                    <a:p>
                      <a:pPr>
                        <a:defRPr sz="1200">
                          <a:solidFill>
                            <a:srgbClr val="1A1A2E"/>
                          </a:solidFill>
                          <a:latin typeface="Yu Gothic"/>
                        </a:defRPr>
                      </a:pPr>
                      <a:r>
                        <a:t>手法</a:t>
                      </a:r>
                    </a:p>
                  </a:txBody>
                  <a:tcPr>
                    <a:solidFill>
                      <a:srgbClr val="F3F6FC"/>
                    </a:solidFill>
                  </a:tcPr>
                </a:tc>
                <a:tc>
                  <a:txBody>
                    <a:bodyPr/>
                    <a:lstStyle/>
                    <a:p>
                      <a:pPr>
                        <a:defRPr sz="1200">
                          <a:solidFill>
                            <a:srgbClr val="1A1A2E"/>
                          </a:solidFill>
                          <a:latin typeface="Yu Gothic"/>
                        </a:defRPr>
                      </a:pPr>
                      <a:r>
                        <a:t>メビウス・ブリッジ</a:t>
                      </a:r>
                    </a:p>
                  </a:txBody>
                  <a:tcPr>
                    <a:solidFill>
                      <a:srgbClr val="F3F6FC"/>
                    </a:solidFill>
                  </a:tcPr>
                </a:tc>
              </a:tr>
              <a:tr h="502920">
                <a:tc>
                  <a:txBody>
                    <a:bodyPr/>
                    <a:lstStyle/>
                    <a:p>
                      <a:pPr>
                        <a:defRPr sz="1200">
                          <a:solidFill>
                            <a:srgbClr val="1A1A2E"/>
                          </a:solidFill>
                          <a:latin typeface="Yu Gothic"/>
                        </a:defRPr>
                      </a:pPr>
                      <a:r>
                        <a:t>高速化倍率</a:t>
                      </a:r>
                    </a:p>
                  </a:txBody>
                  <a:tcPr>
                    <a:solidFill>
                      <a:srgbClr val="FFFFFF"/>
                    </a:solidFill>
                  </a:tcPr>
                </a:tc>
                <a:tc>
                  <a:txBody>
                    <a:bodyPr/>
                    <a:lstStyle/>
                    <a:p>
                      <a:pPr>
                        <a:defRPr sz="1200">
                          <a:solidFill>
                            <a:srgbClr val="1A1A2E"/>
                          </a:solidFill>
                          <a:latin typeface="Yu Gothic"/>
                        </a:defRPr>
                      </a:pPr>
                      <a:r>
                        <a:t>200〜800倍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攻撃の高速化倍率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200〜800倍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従来のmeet-in-the-middle攻撃と比較</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Qiita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報じたメディア</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ITmedia NEWS / PC Watch</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発見の概要を報道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Qiita</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技術的な詳細を解説</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TechBriefly JP / tech-noisy</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背景・影響を分析</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実運用への影響(正直な開示)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今回の発見は現行の実運用システムには影響しない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本番ソフトウェアへの変更は不要とされる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対象は簡略化された研究用のバージョン(7ラウンド版AES等)</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ITmedia NEWS</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発見に至る経緯(概念)</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当初の回答</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『AESを破ることは不可能』</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プロンプトの調整</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新しい攻撃手法を探すよう指示</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発見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新たな攻撃法の発見に至る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【重要】本テーマの公平性についての開示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本テーマはAnthropic自身のモデル(Claude Mythos Preview)による発見を扱う</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 Company OSのパイプライン自体もAnthropicの技術を利用している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技術的な発見内容を客観的に紹介するにとどめる</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特定モデル・製品の利用を強く推奨する結論にはしない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ここまでの総括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AIが、暗号研究の最前線に立つ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HAWKとAES-128に新たな攻撃法を発見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標準化プロセスへの影響</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NIST等の標準化議論に影響する可能性</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他の暗号方式への応用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同様の手法が他の暗号にも応用される可能性</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AIによる研究支援の広がり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AIを研究支援に使う動きが広がる可能性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想定される影響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暗号研究者</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AIを活用した新たな研究手法の広がり</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標準化団体</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候補方式の再評価が進む可能性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セキュリティ業界全体</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AIによる脆弱性発見への関心の高まり</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数字の創作はせず、報道された内容のみを扱う</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実運用への影響がないことを明確に伝え、過度な不安を煽らない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特定モデル・製品の利用を強く推奨する結論にはしない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ITmedia NEWS / PC Watch</a:t>
                      </a:r>
                    </a:p>
                  </a:txBody>
                  <a:tcPr>
                    <a:solidFill>
                      <a:srgbClr val="FFFFFF"/>
                    </a:solidFill>
                  </a:tcPr>
                </a:tc>
                <a:tc>
                  <a:txBody>
                    <a:bodyPr/>
                    <a:lstStyle/>
                    <a:p>
                      <a:pPr>
                        <a:defRPr sz="1200">
                          <a:solidFill>
                            <a:srgbClr val="1A1A2E"/>
                          </a:solidFill>
                          <a:latin typeface="Yu Gothic"/>
                        </a:defRPr>
                      </a:pPr>
                      <a:r>
                        <a:t>発見の概要を報道</a:t>
                      </a:r>
                    </a:p>
                  </a:txBody>
                  <a:tcPr>
                    <a:solidFill>
                      <a:srgbClr val="FFFFFF"/>
                    </a:solidFill>
                  </a:tcPr>
                </a:tc>
              </a:tr>
              <a:tr h="502920">
                <a:tc>
                  <a:txBody>
                    <a:bodyPr/>
                    <a:lstStyle/>
                    <a:p>
                      <a:pPr>
                        <a:defRPr sz="1200">
                          <a:solidFill>
                            <a:srgbClr val="1A1A2E"/>
                          </a:solidFill>
                          <a:latin typeface="Yu Gothic"/>
                        </a:defRPr>
                      </a:pPr>
                      <a:r>
                        <a:t>Qiita</a:t>
                      </a:r>
                    </a:p>
                  </a:txBody>
                  <a:tcPr>
                    <a:solidFill>
                      <a:srgbClr val="F3F6FC"/>
                    </a:solidFill>
                  </a:tcPr>
                </a:tc>
                <a:tc>
                  <a:txBody>
                    <a:bodyPr/>
                    <a:lstStyle/>
                    <a:p>
                      <a:pPr>
                        <a:defRPr sz="1200">
                          <a:solidFill>
                            <a:srgbClr val="1A1A2E"/>
                          </a:solidFill>
                          <a:latin typeface="Yu Gothic"/>
                        </a:defRPr>
                      </a:pPr>
                      <a:r>
                        <a:t>HAWK・AESそれぞれの技術的詳細を解説</a:t>
                      </a:r>
                    </a:p>
                  </a:txBody>
                  <a:tcPr>
                    <a:solidFill>
                      <a:srgbClr val="F3F6FC"/>
                    </a:solidFill>
                  </a:tcPr>
                </a:tc>
              </a:tr>
              <a:tr h="502920">
                <a:tc>
                  <a:txBody>
                    <a:bodyPr/>
                    <a:lstStyle/>
                    <a:p>
                      <a:pPr>
                        <a:defRPr sz="1200">
                          <a:solidFill>
                            <a:srgbClr val="1A1A2E"/>
                          </a:solidFill>
                          <a:latin typeface="Yu Gothic"/>
                        </a:defRPr>
                      </a:pPr>
                      <a:r>
                        <a:t>TechBriefly JP / tech-noisy</a:t>
                      </a:r>
                    </a:p>
                  </a:txBody>
                  <a:tcPr>
                    <a:solidFill>
                      <a:srgbClr val="FFFFFF"/>
                    </a:solidFill>
                  </a:tcPr>
                </a:tc>
                <a:tc>
                  <a:txBody>
                    <a:bodyPr/>
                    <a:lstStyle/>
                    <a:p>
                      <a:pPr>
                        <a:defRPr sz="1200">
                          <a:solidFill>
                            <a:srgbClr val="1A1A2E"/>
                          </a:solidFill>
                          <a:latin typeface="Yu Gothic"/>
                        </a:defRPr>
                      </a:pPr>
                      <a:r>
                        <a:t>背景・影響を分析</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HAWK・AES-128への攻撃概要・実運用への影響なし</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攻撃時間・高速化倍率の報道内容</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 攻撃手法の具体的な数学的詳細(一次論文)</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 暗号標準化プロセスへの具体的な影響</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Claude Mythos Preview</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暗号の新たな攻撃法を発見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HAWKの鍵強度を半減、AES-128攻撃を200〜800倍高速化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従来の暗号研究とAI活用型研究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従来の暗号研究</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人間の研究者が中心</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長期間の研究が必要</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AI活用型研究(今回の事例)</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AIモデルが新攻撃法を発見</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約60時間で検証に至った例も</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この話題の広がり方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発見の発表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2026年7月29日ごろ</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複数媒体が報道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技術専門メディアが解説記事を掲載</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着手日に話題化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本日、注目を集める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視聴者への問いかけ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AIが暗号研究の最前線に立つ時代、どう向き合いたいですか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AIによる研究支援、他にどんな分野で広がってほしいですか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数字で見る今回の発見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HAWK攻撃の作業時間</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約60時間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AES-128攻撃の高速化</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200〜800倍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対象AESラウンド数</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簡略版7ラウンド</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AIが、人類の暗号研究に挑む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実運用への影響なし、研究段階での新発見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暗号標準化プロセスへの影響、他の暗号方式への応用に注目していきます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Claude Mythos Preview、HAWKとAES-128に新たな攻撃法を発見(2026年7月29日ごろ)</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現行の実運用システムへの影響はない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Anthropic自身のモデルによる発見のため公平性に配慮して紹介した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ITmedia NEWS・PC Watch・Qiita ほか(2026-07-29頃)｜定期実行104本目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