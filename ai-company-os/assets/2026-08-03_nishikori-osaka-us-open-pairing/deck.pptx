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引退を決めた男が、最後に選んだパートナーは彼女でした。今日はこの話題を、出典付きで整理してお伝えします。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まず日程から。本戦は8月25日・26日に予定されています。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今日はこの5つの流れでお伝えします。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引退を表明している錦織選手が、大坂選手とペアを組んでエントリーしたことが発表されました。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引退シーズンの中で、このペア結成が発表されました。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予選は8月24日に予定されています。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両選手は、日本テニス界を代表する存在です。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引退シーズンという特別な時期だからこそ、このペア結成が話題になっています。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ペアの概要をまとめました。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エントリーは、2026年7月27日に発表されました。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大坂選手は、かねてから錦織選手に憧れ、学んだ経緯があるとされています。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2人の関係性が、このペア結成に特別な意味を与えています。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錦織選手は、率直な喜びと感謝の言葉を語っています。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引退シーズンの中で、新しい挑戦も加わりました。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この発表は、着手日の7日前のものです。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ここが最も大事な点です。まだ試合前のエントリー段階であり、結果は出ていません。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これから予選・本戦へと進んでいく予定です。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本テーマの要点をまとめました。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この話題は、着手日の7日前の出来事です。試合結果はまだ出ていません。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ここまでの内容を総括します。引退シーズンに、大坂選手との特別なペアが実現しようとしています。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ここからは推測です。今後の展開はまだ確定していません。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既存テーマとの重複がないことを確認しています。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確認できたこと・できなかったことを、正直に区別してお伝えします。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これらは確認できておらず、正直にお伝えします。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錦織選手は、大坂選手への感謝を率直に語っています。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この話題から見える論点を整理しました。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最後にもう一度、錦織選手のコメントを振り返ります。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この話題は今後も続きそうです。注目したいポイントを整理しました。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本テーマを総括します。引退シーズンの錦織選手が、大坂選手と共に全米オープンの舞台に立とうとしています。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今回は、錦織圭選手と大坂なおみ選手の全米オープン混合ダブルスペア結成をお伝えしました。ご視聴ありがとうございました。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引退を決めた男が、最後に選んだパートナーは彼女だった。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錦織圭選手、大坂なおみ選手と全米オープン混合ダブルスでペア結成(2026年7月27日エントリー発表)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B8D6"/>
                </a:solidFill>
                <a:latin typeface="Yu Gothic"/>
              </a:rPr>
              <a:t>出典: 時事ドットコム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本戦の日程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8月25・26日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全米オープン混合ダブルス本戦の予定日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時事ドットコム(2026-07-28)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何が発表されたのか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錦織選手の引退シーズンについて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両選手の関係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錦織選手のコメント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確認できなかったこと・今後の見通し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何が発表されたのか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2026年7月27日の発表のポイントです。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全米オープンテニスの混合ダブルスエントリーリストが発表された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錦織圭選手(ユニクロ)と大坂なおみ選手(フリー)がペアを組んだ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予選は8月24日に予定されている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本戦は8月25・26日に予定されている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23036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12079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錦織選手は今季限りでの現役引退を表明している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時事ドットコム(2026-07-28)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発表までの流れ(概念図)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2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錦織選手、引退を表明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571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全米オープンへの出場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大坂選手とのペア結成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579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53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07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90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エントリーリスト発表(7/27)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予選の日程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8月24日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全米オープン混合ダブルスの予選予定日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時事ドットコム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両選手のプロフィール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錦織圭選手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ユニクロ所属、今季限りで現役引退を表明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大坂なおみ選手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フリー、四大大会優勝経験を持つ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組み合わせ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全米オープン混合ダブルスでペア結成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錦織選手の引退シーズンについて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背景となる文脈です。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錦織選手は今季限りでの現役引退を表明している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今回の全米オープンが、キャリア最後の四大大会出場の一つとなる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混合ダブルスへの出場は、シングルスとは別の挑戦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引退シーズンだからこそ、この組み合わせに注目が集まっている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時事ドットコム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ペアの概要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選手1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錦織圭(ユニクロ、今季引退予定)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選手2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大坂なおみ(フリー)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大会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全米オープン混合ダブルス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予選・本戦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8月24日(予選)、8月25・26日(本戦)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エントリー発表日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2026-07-27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全米オープン混合ダブルスのエントリーリスト発表日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時事ドットコム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両選手の関係(概念)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大坂選手が錦織選手に憧れる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/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錦織選手から学んだ経緯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/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それぞれのキャリアを歩む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/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混合ダブルスでタッグ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両選手の関係(詳しく)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報道で紹介されている関係性です。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大坂選手は錦織選手に憧れ、学んだ経緯があるとされる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日本テニス界を代表する2人という共通点がある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今回が初めての公式戦でのペアかどうかは断定できていない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引退シーズンでの共演という特別な意味合いがある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時事ドットコム(2026-07-29)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錦織選手のコメント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喜びの表現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『うれしい』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感謝の言葉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『なおみちゃんのおかげで、感謝しかない』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意気込み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『楽しんでやりたい』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シングルスでの引退シーズン と 混合ダブルスへの挑戦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シングルスでの引退シーズン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長年のキャリアの集大成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個人としての最後の挑戦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混合ダブルスへの挑戦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大坂選手との新たな共演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引退前の特別な思い出作り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発表からの経過日数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着手日の7日前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エントリー発表(7/27)から着手日(8/3)までの日数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時事ドットコム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【重要】試合はまだ行われていないことの開示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本テーマで最も強調したい点です。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本ラウンドの調査時点(2026-08-03)では、試合はまだ行われていない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予選は8月24日、本戦は8月25・26日に予定されている段階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本テーマは『エントリー発表』の段階を扱っている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実際の試合結果は、今後の続報で確認する必要がある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全米オープンまでの流れ(概念図)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2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エントリー発表(7/27)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571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予選(8/24)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本戦開始(8/25)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579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53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07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90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本戦継続(8/26〜)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本テーマのまとめ表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エントリー発表日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2026年7月27日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ペア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錦織圭選手・大坂なおみ選手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予選日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8月24日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本戦日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8月25・26日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鮮度についての正直な開示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本テーマの鮮度についてです。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エントリー発表は2026年7月27日、着手日(2026-08-03)の7日前である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比較的高い鮮度の話題として扱っている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試合結果はまだ出ていないため、続報で確認する必要がある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引退シーズン → 特別なペア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錦織選手の最後のシーズンに、大坂選手との共演が加わった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今後の見通し(推測であることを明示)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予選(8/24)の結果を注視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/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本戦(8/25・26)の結果を注視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/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錦織選手の引退セレモニーにも注目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/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具体的な結果はまだ不明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似たテーマとの違い(重複ではないことの確認)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83本目・85本目との違い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サッカー選手を扱ったテーマであり、本テーマ(テニス)とは競技が異なる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88本目との違い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88本目は野球のMLB対決、本テーマはテニスのペア結成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本テーマの独自性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引退シーズンの錦織選手と大坂選手のペア結成という切り口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確認できたこと と 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確認できたこと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エントリー発表・日程・錦織選手のコメント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両選手の関係性の概要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確認できなかったこと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過去の公式戦でのペア経験の有無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試合結果(まだ実施されていない)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確認できなかったこと(一覧)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正直にお伝えします。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全米オープン公式エントリーリストの原文全体(WebFetchのアクセス制限により複数媒体経由の要約に基づく)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両選手が過去に公式戦でペアを組んだことがあるかどうか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大坂選手が錦織選手から学んだ具体的なエピソードの詳細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実際の試合結果(まだ実施されていない)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錦織選手のコメントより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感謝しかない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大坂選手とのペアについての率直な感想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時事ドットコム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この話題から見える論点(整理)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論点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引退シーズンの意味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キャリアの集大成としての特別な挑戦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世代を超えた共演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日本テニス界を代表する2人のタッグ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今後の注目点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実際の試合結果と錦織選手のキャリアの締めくくり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“うれしい。なおみちゃんのおかげで、感謝しかない。楽しんでやりたい。”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D3E4F5"/>
                </a:solidFill>
                <a:latin typeface="Yu Gothic"/>
              </a:rPr>
              <a:t>— 錦織圭選手(時事ドットコム、2026-07-28)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今後注目したいポイント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視聴者の皆さんと一緒に注目したい点です。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予選(8月24日)・本戦(8月25・26日)の結果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錦織選手の引退セレモニーの様子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大坂選手の今後のシーズン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具体的な結果はまだ不明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時事ドットコム(2026-07-28〜29報道)｜定期実行90本目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引退シーズンの、特別な一戦へ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錦織圭選手と大坂なおみ選手が、全米オープンの舞台で新たな挑戦に臨む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最後のコートで、2人はどんな景色を見るのだろう。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3E4F5"/>
                </a:solidFill>
                <a:latin typeface="Yu Gothic"/>
              </a:rPr>
              <a:t>出典付きで、正確に整理してお届けしました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