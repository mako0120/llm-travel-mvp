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東京五輪代表エースの黒後愛選手が、初の海外挑戦を発表しました。何が起きたのか、出典付きで正確に整理してお届けします。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結論から確認します。黒後愛選手は、来季からギリシャの名門クラブAEKアテネで初の海外挑戦をします。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本日の流れです。会見の内容からプロフィール、海外挑戦の理由、そして確認できなかったことまで整理します。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着手日前日に複数メディアが一斉報道した、鮮度の高い話題です。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黒後選手は28歳で、初めての海外リーグ挑戦を発表しました。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8月24日の記者会見で、黒後選手は来季からの海外初挑戦を正式に発表しました。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移籍概要です。埼玉上尾を退団し、ギリシャのAEKアテネへ移籍します。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黒後選手は、2021年東京オリンピックで日本代表のエースとして活躍しました。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黒後選手は2021年東京オリンピックで、日本代表のエースとして出場しました。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会見では、古巣への思いを問われた黒後選手が涙を流す場面がありました。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埼玉上尾での3年間、東京五輪での代表エースとしての活躍を経て、今回海外初挑戦を決断しました。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海外挑戦を決めた理由として、オリンピックへの思いや同級生選手の存在を挙げています。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同級生である宮部藍梨選手や石川真佑選手の代表での活躍が、大きな刺激になったとしています。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黒後選手は、2028年ロサンゼルスオリンピックでの代表入りを目指しています。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東京五輪での活躍から埼玉上尾での3年間、そして今回の海外挑戦発表という経緯です。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埼玉上尾では3年間活躍し、良いチーム環境だったと振り返っています。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確定していることと、まだ確認できていないことを整理します。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これらの項目は本調査の範囲では確認できておらず、推測で埋めていません。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AEKアテネは、ギリシャの名門クラブです。オリンピック発祥の地としても知られる都市が拠点です。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国内での安定した活躍から、あえて海外という新しい環境への挑戦を選びました。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日本人バレーボール選手の海外挑戦は、近年増加している傾向にあります。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複数の独立したメディアが同一の会見内容を報じており、報道内容としての一貫性を確認しています。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東京五輪での活躍から、次はロサンゼルス五輪を見据えた挑戦です。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黒後選手は、埼玉上尾に3年間在籍していたと会見で振り返っています。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今回の発表の注目ポイントを3つにまとめました。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本テーマは、海外で活躍する日本人選手の最新動向として整理しています。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今回の発表に至るまでのタイムラインです。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今回の発表は代表引退ではなく、海外クラブへの移籍という決断です。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黒後愛選手は、2028年ロス五輪を見据えて初の海外挑戦を発表しました。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本日は黒後愛選手の海外初挑戦発表についてお届けしました。確認できなかったことは正直に開示しています。次回もお楽しみに。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10642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"/>
              </a:rPr>
              <a:t>黒後愛</a:t>
            </a:r>
          </a:p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"/>
              </a:rPr>
              <a:t>涙の海外初挑戦</a:t>
            </a:r>
          </a:p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"/>
              </a:rPr>
              <a:t>ギリシャ名門へ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E7DCC2"/>
                </a:solidFill>
                <a:latin typeface="Yu Gothic"/>
              </a:rPr>
              <a:t>2028年ロス五輪を見据えて——出典付きで整理する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BFAE84"/>
                </a:solidFill>
                <a:latin typeface="Yu Gothic"/>
              </a:rPr>
              <a:t>出典: スポーツ報知(2026年8月24日)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7DCC2"/>
                </a:solidFill>
                <a:latin typeface="Yu Gothic"/>
              </a:rPr>
              <a:t>まず結論から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C1622D"/>
                </a:solidFill>
                <a:latin typeface="Yu Gothic"/>
              </a:rPr>
              <a:t>初の海外挑戦 ギリシャ名門AEKアテネへ移籍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2021年東京五輪代表エース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BFAE84"/>
                </a:solidFill>
                <a:latin typeface="Yu Gothic"/>
              </a:rPr>
              <a:t>出典: スポーツ報知(2026-08-24)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Yu Gothic"/>
              </a:rPr>
              <a:t>本日のアジェンダ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920240"/>
            <a:ext cx="548640" cy="5486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93852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E7DCC2"/>
                </a:solidFill>
                <a:latin typeface="Yu Gothic"/>
              </a:rPr>
              <a:t>なぜ今このテーマを扱うのか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697480"/>
            <a:ext cx="548640" cy="5486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71576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E7DCC2"/>
                </a:solidFill>
                <a:latin typeface="Yu Gothic"/>
              </a:rPr>
              <a:t>会見の内容を確認する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474720"/>
            <a:ext cx="548640" cy="5486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49300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E7DCC2"/>
                </a:solidFill>
                <a:latin typeface="Yu Gothic"/>
              </a:rPr>
              <a:t>黒後選手のプロフィールを確認する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251960"/>
            <a:ext cx="548640" cy="5486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27024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E7DCC2"/>
                </a:solidFill>
                <a:latin typeface="Yu Gothic"/>
              </a:rPr>
              <a:t>海外挑戦を決めた理由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029200"/>
            <a:ext cx="548640" cy="5486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504748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E7DCC2"/>
                </a:solidFill>
                <a:latin typeface="Yu Gothic"/>
              </a:rPr>
              <a:t>確認できなかったこと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5559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なぜ今このテーマを扱うのか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スポーツ報知・バレーボールキング等が2026年8月24日に一斉報道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東京五輪代表エースの初の海外挑戦という話題性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涙の会見という感動的なストーリー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出典: スポーツ報知(2026-08-24)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スポーツ報知等(2026-08-24)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4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31949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7DCC2"/>
                </a:solidFill>
                <a:latin typeface="Yu Gothic"/>
              </a:rPr>
              <a:t>年齢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C1622D"/>
                </a:solidFill>
                <a:latin typeface="Yu Gothic"/>
              </a:rPr>
              <a:t>28歳 黒後愛選手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初の海外リーグ挑戦を発表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BFAE84"/>
                </a:solidFill>
                <a:latin typeface="Yu Gothic"/>
              </a:rPr>
              <a:t>出典: スポーツ報知(2026-08-24)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38339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会見の概要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2026年8月24日、埼玉県内で記者会見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来季(2026-2027シーズン)から海外リーグに初挑戦すると発表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移籍先はギリシャの名門クラブ「AEKアテネ」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出典: スポーツ報知(2026-08-24)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スポーツ報知等(2026-08-24)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44728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移籍概要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移籍元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埼玉上尾(退団)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移籍先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AEKアテネ(ギリシャ)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時期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2026-2027シーズンから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出典: スポーツ報知(2026-08-24)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スポーツ報知等(2026-08-24)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51118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黒後選手のプロフィール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女子バレーボール元日本代表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2021年東京オリンピック代表エースとして出場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アタッカーとしてチームを牽引してきた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出典: 産経新聞(2026-08-24)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スポーツ報知等(2026-08-24)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508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7DCC2"/>
                </a:solidFill>
                <a:latin typeface="Yu Gothic"/>
              </a:rPr>
              <a:t>東京五輪での役割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C1622D"/>
                </a:solidFill>
                <a:latin typeface="Yu Gothic"/>
              </a:rPr>
              <a:t>代表エース 2021年東京オリンピック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女子バレーボール日本代表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BFAE84"/>
                </a:solidFill>
                <a:latin typeface="Yu Gothic"/>
              </a:rPr>
              <a:t>出典: 産経新聞(2026-08-24)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涙のコメント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古巣・埼玉上尾への思いを問われ涙を流す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「バレーボール人生においても財産だった」とコメント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「この3年間、人に恵まれた」と振り返る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出典: TBS NEWS DIG(2026-08-24)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スポーツ報知等(2026-08-24)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10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470288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キャリアの流れ(概念図)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52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4523F"/>
                </a:solidFill>
                <a:latin typeface="Yu Gothic"/>
              </a:rPr>
              <a:t>埼玉上尾で3年間活躍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9528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4523F"/>
                </a:solidFill>
                <a:latin typeface="Yu Gothic"/>
              </a:rPr>
              <a:t>東京五輪代表エース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53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4523F"/>
                </a:solidFill>
                <a:latin typeface="Yu Gothic"/>
              </a:rPr>
              <a:t>海外初挑戦(AEKアテネ)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48056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5E6B5C"/>
                </a:solidFill>
                <a:latin typeface="Yu Gothic"/>
              </a:rPr>
              <a:t>国内での実績を経て海外へ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スポーツ報知等(2026-08-24)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11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876678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海外挑戦を決めた理由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理由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オリンピックへの思い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気持ちが年々強くなった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同級生の存在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宮部藍梨選手・石川真佑選手の代表での活躍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自身の目標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世界と戦う場にもう一度立ちたい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出典: バレーボールキング(2026-08-24)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スポーツ報知等(2026-08-24)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283067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同級生選手の存在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宮部藍梨選手が代表で活躍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石川真佑選手が代表で活躍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同世代の選手の姿が刺激になったと説明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出典: バレーボールキング(2026-08-24)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スポーツ報知等(2026-08-24)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13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689457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7DCC2"/>
                </a:solidFill>
                <a:latin typeface="Yu Gothic"/>
              </a:rPr>
              <a:t>目標とする大会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C1622D"/>
                </a:solidFill>
                <a:latin typeface="Yu Gothic"/>
              </a:rPr>
              <a:t>2028年ロサンゼルス五輪 代表入りを目指す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海外挑戦を通じて再び世界の舞台へ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BFAE84"/>
                </a:solidFill>
                <a:latin typeface="Yu Gothic"/>
              </a:rPr>
              <a:t>出典: スポーツ報知(2026-08-24)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発表までの経緯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東京五輪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2021年、代表エースとして出場</a:t>
            </a:r>
          </a:p>
        </p:txBody>
      </p:sp>
      <p:sp>
        <p:nvSpPr>
          <p:cNvPr id="11" name="Chevron 10"/>
          <p:cNvSpPr/>
          <p:nvPr/>
        </p:nvSpPr>
        <p:spPr>
          <a:xfrm>
            <a:off x="4038295" y="3200400"/>
            <a:ext cx="234086" cy="365760"/>
          </a:xfrm>
          <a:prstGeom prst="chevron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3938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8218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12538" y="2011680"/>
            <a:ext cx="640080" cy="64008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2538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埼玉上尾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2538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3年間所属し活躍</a:t>
            </a:r>
          </a:p>
        </p:txBody>
      </p:sp>
      <p:sp>
        <p:nvSpPr>
          <p:cNvPr id="17" name="Chevron 16"/>
          <p:cNvSpPr/>
          <p:nvPr/>
        </p:nvSpPr>
        <p:spPr>
          <a:xfrm>
            <a:off x="7919313" y="3200400"/>
            <a:ext cx="234086" cy="365760"/>
          </a:xfrm>
          <a:prstGeom prst="chevron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64956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19236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93556" y="2011680"/>
            <a:ext cx="640080" cy="64008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93556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海外挑戦発表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93556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2026年8月24日、AEKアテネへ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スポーツ報知等(2026-08-24)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02237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埼玉上尾での実績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3年間にわたりチームに所属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「人に恵まれた」と振り返るチーム環境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具体的なタイトル獲得歴等は本調査の範囲では確認できていない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スポーツ報知等(2026-08-24)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16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908627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確定していること・確認できなかったこと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区分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確定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移籍先・発表日・海外挑戦の理由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確定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黒後選手のこれまでの代表歴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未確認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契約期間・契約金額の詳細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出典: research.md参照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スポーツ報知等(2026-08-24)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017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確認できなかったこと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AEKアテネとの契約期間・契約金額の詳細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移籍の正式な発効日・現地でのシーズン開始時期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黒後選手の海外リーグでの具体的なポジション・起用方針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スポーツ報知等(2026-08-24)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18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21406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7DCC2"/>
                </a:solidFill>
                <a:latin typeface="Yu Gothic"/>
              </a:rPr>
              <a:t>AEKアテネとは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C1622D"/>
                </a:solidFill>
                <a:latin typeface="Yu Gothic"/>
              </a:rPr>
              <a:t>ギリシャの名門クラブ 黒後選手の移籍先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「アテネ」はオリンピック発祥の地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BFAE84"/>
                </a:solidFill>
                <a:latin typeface="Yu Gothic"/>
              </a:rPr>
              <a:t>出典: スポーツ報知(2026-08-24)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6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国内 vs 海外挑戦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4523F"/>
                </a:solidFill>
                <a:latin typeface="Yu Gothic"/>
              </a:rPr>
              <a:t>国内(埼玉上尾)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32888"/>
            <a:ext cx="274320" cy="27432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20261F"/>
                </a:solidFill>
                <a:latin typeface="Yu Gothic"/>
              </a:rPr>
              <a:t>3年間活躍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081528"/>
            <a:ext cx="274320" cy="27432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20261F"/>
                </a:solidFill>
                <a:latin typeface="Yu Gothic"/>
              </a:rPr>
              <a:t>安定したチーム環境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447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78727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98767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4523F"/>
                </a:solidFill>
                <a:latin typeface="Yu Gothic"/>
              </a:rPr>
              <a:t>海外(AEKアテネ)</a:t>
            </a:r>
          </a:p>
        </p:txBody>
      </p:sp>
      <p:sp>
        <p:nvSpPr>
          <p:cNvPr id="16" name="Oval 15"/>
          <p:cNvSpPr/>
          <p:nvPr/>
        </p:nvSpPr>
        <p:spPr>
          <a:xfrm>
            <a:off x="6598767" y="2532888"/>
            <a:ext cx="274320" cy="27432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0247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20261F"/>
                </a:solidFill>
                <a:latin typeface="Yu Gothic"/>
              </a:rPr>
              <a:t>初挑戦</a:t>
            </a:r>
          </a:p>
        </p:txBody>
      </p:sp>
      <p:sp>
        <p:nvSpPr>
          <p:cNvPr id="18" name="Oval 17"/>
          <p:cNvSpPr/>
          <p:nvPr/>
        </p:nvSpPr>
        <p:spPr>
          <a:xfrm>
            <a:off x="6598767" y="3081528"/>
            <a:ext cx="274320" cy="27432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20261F"/>
                </a:solidFill>
                <a:latin typeface="Yu Gothic"/>
              </a:rPr>
              <a:t>世界と戦う環境を求めて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スポーツ報知等(2026-08-24)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534186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バレーボール界の背景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日本人選手の海外リーグ挑戦が近年増加傾向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オリンピックを見据えたキャリア選択の多様化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同世代選手同士の刺激がキャリア選択に影響することも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スポーツ報知等(2026-08-24)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940576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主要出典の一覧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メディア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報道日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スポーツ報知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2026年8月24日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バレーボールキング(Yahoo!ニュース配信)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2026年8月24日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TBS NEWS DIG(Yahoo!ニュース配信)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2026年8月24日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産経新聞(Yahoo!ニュース配信)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2026年8月24日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スポーツ報知等(2026-08-24)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346966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東京五輪 vs ロス五輪目標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4523F"/>
                </a:solidFill>
                <a:latin typeface="Yu Gothic"/>
              </a:rPr>
              <a:t>2021年東京五輪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32888"/>
            <a:ext cx="274320" cy="27432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20261F"/>
                </a:solidFill>
                <a:latin typeface="Yu Gothic"/>
              </a:rPr>
              <a:t>代表エースとして出場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4447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78727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98767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4523F"/>
                </a:solidFill>
                <a:latin typeface="Yu Gothic"/>
              </a:rPr>
              <a:t>2028年ロス五輪(目標)</a:t>
            </a:r>
          </a:p>
        </p:txBody>
      </p:sp>
      <p:sp>
        <p:nvSpPr>
          <p:cNvPr id="14" name="Oval 13"/>
          <p:cNvSpPr/>
          <p:nvPr/>
        </p:nvSpPr>
        <p:spPr>
          <a:xfrm>
            <a:off x="6598767" y="2532888"/>
            <a:ext cx="274320" cy="27432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0247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20261F"/>
                </a:solidFill>
                <a:latin typeface="Yu Gothic"/>
              </a:rPr>
              <a:t>海外挑戦を経て代表入りを目指す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スポーツ報知等(2026-08-24)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23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753356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7DCC2"/>
                </a:solidFill>
                <a:latin typeface="Yu Gothic"/>
              </a:rPr>
              <a:t>埼玉上尾での在籍期間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C1622D"/>
                </a:solidFill>
                <a:latin typeface="Yu Gothic"/>
              </a:rPr>
              <a:t>3年間 会見でのコメントに基づく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「人に恵まれた」と振り返る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BFAE84"/>
                </a:solidFill>
                <a:latin typeface="Yu Gothic"/>
              </a:rPr>
              <a:t>出典: TBS NEWS DIG(2026-08-24)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159746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今回の発表の3つの注目ポイント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東京五輪代表エースの初の海外挑戦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涙の会見という感動的な瞬間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2028年ロス五輪を見据えた決断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スポーツ報知等(2026-08-24)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566135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視聴者にとっての意味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海外で活躍する日本人選手を応援するファンに直接関係する情報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選手のキャリア選択という人間ドラマとしての価値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特定選手・クラブへの過度な評価的表現は行わない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スポーツ報知等(2026-08-24)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525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タイムライン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時期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できごと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2021年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東京オリンピック代表エースとして出場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2023年頃〜2026年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埼玉上尾に3年間所属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2026年8月24日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海外初挑戦(AEKアテネ移籍)を発表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スポーツ報知等(2026-08-24)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78915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代表引退 vs 海外移籍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4523F"/>
                </a:solidFill>
                <a:latin typeface="Yu Gothic"/>
              </a:rPr>
              <a:t>本件は代表引退ではない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32888"/>
            <a:ext cx="274320" cy="27432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20261F"/>
                </a:solidFill>
                <a:latin typeface="Yu Gothic"/>
              </a:rPr>
              <a:t>あくまで所属クラブの移籍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4447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78727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98767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4523F"/>
                </a:solidFill>
                <a:latin typeface="Yu Gothic"/>
              </a:rPr>
              <a:t>海外移籍という選択</a:t>
            </a:r>
          </a:p>
        </p:txBody>
      </p:sp>
      <p:sp>
        <p:nvSpPr>
          <p:cNvPr id="14" name="Oval 13"/>
          <p:cNvSpPr/>
          <p:nvPr/>
        </p:nvSpPr>
        <p:spPr>
          <a:xfrm>
            <a:off x="6598767" y="2532888"/>
            <a:ext cx="274320" cy="27432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0247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20261F"/>
                </a:solidFill>
                <a:latin typeface="Yu Gothic"/>
              </a:rPr>
              <a:t>ロス五輪を見据えたキャリア選択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スポーツ報知等(2026-08-24)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28 / 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785305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7DCC2"/>
                </a:solidFill>
                <a:latin typeface="Yu Gothic"/>
              </a:rPr>
              <a:t>今日のまとめの数字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C1622D"/>
                </a:solidFill>
                <a:latin typeface="Yu Gothic"/>
              </a:rPr>
              <a:t>初の海外挑戦 東京五輪代表エース・黒後愛選手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2026年8月24日、ギリシャ名門AEKアテネへ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BFAE84"/>
                </a:solidFill>
                <a:latin typeface="Yu Gothic"/>
              </a:rPr>
              <a:t>出典: スポーツ報知(2026-08-24)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Yu Gothic"/>
              </a:rPr>
              <a:t>出典付きで、正確に。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E7DCC2"/>
                </a:solidFill>
                <a:latin typeface="Yu Gothic"/>
              </a:rPr>
              <a:t>AI Company OSは、確認できた事実だけをお届けします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4626864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4572000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828032"/>
            <a:ext cx="6766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4523F"/>
                </a:solidFill>
                <a:latin typeface="Yu Gothic"/>
              </a:rPr>
              <a:t>次回もお楽しみに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