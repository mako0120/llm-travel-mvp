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面接と引き換えに、会社のロゴを体に刻んだ人がいます。今日はこの話題を、出典付きで整理してお伝えします。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まず数字から。実際に7人が、会社のロゴのタトゥーを入れました。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今日はこの5つの流れでお伝えします。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パーティーの場での思いつきが、実際の行動にまで発展しました。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パーティーでの企画から、投稿削除まで、短期間で話が進みました。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これが、話題の発端となった企画の趣旨です。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企画の内容を整理しました。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批判は、就活生の切実さにつけ込んだ点に集中しています。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SNS上では、あるドラマ作品との比較で強く批判されました。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関係者それぞれの立場を整理しました。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この4段階を経て、CEOの謝罪にまで至りました。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謝罪は迅速でしたが、批判が拡大した後の対応でした。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CEO自身が、率直にこの言葉で謝罪しています。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今後の対応として、除去費用の負担が示されています。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意図と実際の受け止められ方には、大きな差がありました。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この謝罪は、着手日の4日前のものです。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特定の個人・業界全体への断罪ではなく、事実に基づいた紹介を心がけています。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この状況の構図が、批判の核心にあると報道では指摘されています。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本テーマの要点をまとめました。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この話題は、着手日の4日前の出来事です。非常に新しい話題として扱っています。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ここまでの内容を総括します。企画から謝罪まで、短期間で話が大きく進みました。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ここからは推測です。今後の展開はまだ確定していません。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関連する話題はありますが、切り口はそれぞれ異なります。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確認できたこと・できなかったことを、正直に区別してお伝えします。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これらは確認できておらず、正直にお伝えします。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LemonLimeは、著名なアクセラレーターYCの出資先企業です。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この事案から見える論点を整理しました。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最後にもう一度、CEOの謝罪の言葉を振り返ります。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この話題は今後も続きそうです。注目したいポイントを整理しました。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今回は、LemonLimeのタトゥー企画炎上をお伝えしました。ご視聴ありがとうございました。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面接と引き換えに、会社のロゴを体に刻んだ人がいる。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AIスタートアップLemonLimeの「タトゥーと引き換えに面接」企画が炎上・CEOが謝罪(2026年7月30日)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FA3D0"/>
                </a:solidFill>
                <a:latin typeface="Yu Gothic"/>
              </a:rPr>
              <a:t>出典: Fortune・Futurism・SF Standard ほか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実際にタトゥーを入れた人数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7人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会社のロゴのタトゥーと引き換えに面接の機会を得た人数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Fortune(2026-07-31)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本日のアジェンダ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何が起きたのか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批判の内容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CEOの謝罪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今後の対応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確認できなかったこと・今後の見通し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何が起きたのか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B6270"/>
                </a:solidFill>
                <a:latin typeface="Yu Gothic"/>
              </a:rPr>
              <a:t>事の発端のポイントです。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Y Combinator出資のAIスタートアップLemonLimeのCEOが企画を持ちかけた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YCのアフターパーティーでの出来事だった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会社のロゴのタトゥーを入れれば面接の機会を提供するという内容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実際に7人がタトゥーを入れた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5230367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212079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CEOはこの企画をLinkedInに投稿した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SF Standard(2026-07-30)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Fortune・Futurism・SF Standard ほか(2026-07-30〜31報道)｜定期実行89本目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炎上までの流れ(概念図)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2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6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9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パーティーで企画を提案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571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526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069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98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7人がタトゥーを入れる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7575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530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073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02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LinkedInに投稿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9579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53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707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90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批判殺到・投稿削除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Fortune・Futurism・SF Standard ほか(2026-07-30〜31報道)｜定期実行89本目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Yu Gothic"/>
              </a:rPr>
              <a:t>“会社のロゴのタトゥーを入れれば、面接の機会を提供する。”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Yu Gothic"/>
              </a:rPr>
              <a:t>— LemonLime CEO Jordan Zietz氏の企画の趣旨(報道の要約)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企画の内容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提案者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LemonLime CEO Jordan Zietz氏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場所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YCのアフターパーティー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条件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会社のロゴのタトゥーと引き換えに面接機会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Fortune・Futurism・SF Standard ほか(2026-07-30〜31報道)｜定期実行89本目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批判の内容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B6270"/>
                </a:solidFill>
                <a:latin typeface="Yu Gothic"/>
              </a:rPr>
              <a:t>巻き起こった批判の主なポイントです。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就職活動の切実さにつけ込んでいるという指摘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永続的な身体的行為を条件にすることへの強い違和感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『Black Mirror』のようだという比較が拡散した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AI業界の採用活動のあり方への疑問の声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Futurism・Complex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Fortune・Futurism・SF Standard ほか(2026-07-30〜31報道)｜定期実行89本目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拡散した比較表現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Black Mirror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ディストピア的なテック批評ドラマとの比較が拡散した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Complex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関係者の反応・整理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関係者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反応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LemonLime CEO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謝罪し、投稿を削除した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SNSの反応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強い批判、『Black Mirror』との比較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タトゥーを入れた7人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詳細な反応は本調査の時点では確認できず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Fortune・Futurism・SF Standard ほか(2026-07-30〜31報道)｜定期実行89本目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炎上の広がり方(概念)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投稿が話題に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/>
            </a:r>
          </a:p>
        </p:txBody>
      </p:sp>
      <p:sp>
        <p:nvSpPr>
          <p:cNvPr id="11" name="Chevron 10"/>
          <p:cNvSpPr/>
          <p:nvPr/>
        </p:nvSpPr>
        <p:spPr>
          <a:xfrm>
            <a:off x="3068040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3683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7963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2283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283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批判のコメントが集まる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283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/>
            </a:r>
          </a:p>
        </p:txBody>
      </p:sp>
      <p:sp>
        <p:nvSpPr>
          <p:cNvPr id="17" name="Chevron 16"/>
          <p:cNvSpPr/>
          <p:nvPr/>
        </p:nvSpPr>
        <p:spPr>
          <a:xfrm>
            <a:off x="5978804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4447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78727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3047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メディアが一斉に報道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/>
            </a:r>
          </a:p>
        </p:txBody>
      </p:sp>
      <p:sp>
        <p:nvSpPr>
          <p:cNvPr id="23" name="Chevron 22"/>
          <p:cNvSpPr/>
          <p:nvPr/>
        </p:nvSpPr>
        <p:spPr>
          <a:xfrm>
            <a:off x="8889568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211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491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63811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3811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CEOが謝罪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3811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Fortune・Futurism・SF Standard ほか(2026-07-30〜31報道)｜定期実行89本目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CEOの謝罪(詳しく)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B6270"/>
                </a:solidFill>
                <a:latin typeface="Yu Gothic"/>
              </a:rPr>
              <a:t>Zietz氏の謝罪投稿のポイントです。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2026年7月30日、LinkedInで謝罪した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『その立場に置いてしまった人たちに謝罪する』と述べた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『調子に乗ってしまい、間違っていた』と認めた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元の投稿は削除した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KRON4・SF Standard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Fortune・Futurism・SF Standard ほか(2026-07-30〜31報道)｜定期実行89本目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Yu Gothic"/>
              </a:rPr>
              <a:t>“調子に乗ってしまい、間違っていた。”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Yu Gothic"/>
              </a:rPr>
              <a:t>— Jordan Zietz氏の謝罪投稿(報道の要約)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今後の対応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除去費用の負担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レーザー除去を希望する人の費用を負担する意向を示した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投稿の削除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元の企画投稿を削除した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会社としての声明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CEO個人とは別の公式声明の有無は確認できていない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Fortune・Futurism・SF Standard ほか(2026-07-30〜31報道)｜定期実行89本目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企画時の意図 と 実際の批判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企画時の意図(推測)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話題性のあるユニークな採用施策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パーティーでの勢いのある提案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実際の批判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就活生の切実さにつけ込んでいる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永続的な身体的行為を条件にすることへの違和感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Fortune・Futurism・SF Standard ほか(2026-07-30〜31報道)｜定期実行89本目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謝罪日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2026-07-30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着手日の4日前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SF Standard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本テーマの中立性についての開示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B6270"/>
                </a:solidFill>
                <a:latin typeface="Yu Gothic"/>
              </a:rPr>
              <a:t>本テーマの取り扱い方についてです。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AI業界全体を批判する内容ではなく、個別の企業・出来事として扱う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CEO個人への人格攻撃的な表現は使用していない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謝罪の内容も公平に紹介し、一方的な断罪にしていない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実際にタトゥーを入れた7人への配慮ある表現を心がけている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Fortune・Futurism・SF Standard ほか(2026-07-30〜31報道)｜定期実行89本目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就活生が置かれた状況(概念図)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2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6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9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厳しい就職活動環境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571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526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069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98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面接機会への切実な期待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7575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530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073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02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異例の条件が提示される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9579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53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707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90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この構図が批判の核心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Fortune・Futurism・SF Standard ほか(2026-07-30〜31報道)｜定期実行89本目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本テーマのまとめ表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企業名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LemonLime(YC出資のAIスタートアップ)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タトゥーを入れた人数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7人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謝罪日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2026年7月30日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今後の対応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レーザー除去費用の負担意向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Fortune・Futurism・SF Standard ほか(2026-07-30〜31報道)｜定期実行89本目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鮮度についての正直な開示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B6270"/>
                </a:solidFill>
                <a:latin typeface="Yu Gothic"/>
              </a:rPr>
              <a:t>本テーマの鮮度についてです。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謝罪は2026年7月30日、着手日(2026-08-03)の4日前である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非常に高い鮮度の話題として扱っている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続報(実際の面接実施の有無等)は本ラウンドの調査時点では確認できていない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Fortune・Futurism・SF Standard ほか(2026-07-30〜31報道)｜定期実行89本目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本テーマの総括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7人 → 炎上 → 謝罪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ユニークな採用施策のつもりが、迅速な謝罪にまで発展した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今後の見通し(推測であることを明示)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除去費用負担の実施状況を注視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/>
            </a:r>
          </a:p>
        </p:txBody>
      </p:sp>
      <p:sp>
        <p:nvSpPr>
          <p:cNvPr id="11" name="Chevron 10"/>
          <p:cNvSpPr/>
          <p:nvPr/>
        </p:nvSpPr>
        <p:spPr>
          <a:xfrm>
            <a:off x="3068040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3683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7963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2283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283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実際に面接が行われたか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283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/>
            </a:r>
          </a:p>
        </p:txBody>
      </p:sp>
      <p:sp>
        <p:nvSpPr>
          <p:cNvPr id="17" name="Chevron 16"/>
          <p:cNvSpPr/>
          <p:nvPr/>
        </p:nvSpPr>
        <p:spPr>
          <a:xfrm>
            <a:off x="5978804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4447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78727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3047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AI業界の採用慣行への議論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/>
            </a:r>
          </a:p>
        </p:txBody>
      </p:sp>
      <p:sp>
        <p:nvSpPr>
          <p:cNvPr id="23" name="Chevron 22"/>
          <p:cNvSpPr/>
          <p:nvPr/>
        </p:nvSpPr>
        <p:spPr>
          <a:xfrm>
            <a:off x="8889568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211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491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63811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3811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具体的な展開はまだ不明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3811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Fortune・Futurism・SF Standard ほか(2026-07-30〜31報道)｜定期実行89本目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似たテーマとの違い(重複ではないことの確認)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82本目との違い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82本目はPR業界のAIなりすまし問題、本テーマは採用活動をめぐる炎上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本テーマの独自性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AIスタートアップの採用活動という切り口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既存テーマとの関係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既存88テーマにこの切り口を扱ったものはない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Fortune・Futurism・SF Standard ほか(2026-07-30〜31報道)｜定期実行89本目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確認できたこと と 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確認できたこと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企画の内容・炎上の経緯・CEOの謝罪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除去費用負担の意向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確認できなかったこと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タトゥーを入れた7人の身元・その後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会社としての公式声明の有無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Fortune・Futurism・SF Standard ほか(2026-07-30〜31報道)｜定期実行89本目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確認できなかったこと(一覧)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B6270"/>
                </a:solidFill>
                <a:latin typeface="Yu Gothic"/>
              </a:rPr>
              <a:t>正直にお伝えします。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Zietz氏の元投稿の原文全体(削除済みのため複数媒体経由の要約に基づく)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タトゥーを入れた7人の具体的な身元・その後実際に面接が行われたか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レーザー除去費用の負担が実際に行われたかどうか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Fortune・Futurism・SF Standard ほか(2026-07-30〜31報道)｜定期実行89本目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LemonLimeとYCの関係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YC出資先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Y Combinatorが出資するAIスタートアップ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Fortune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この件から見える論点(整理)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論点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採用活動の倫理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就活生の切実さにつけ込む条件設定への懸念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企業文化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スタートアップの『勢い』が行き過ぎるリスク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対応の速さ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批判を受けての迅速な謝罪という前向きな側面もある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Fortune・Futurism・SF Standard ほか(2026-07-30〜31報道)｜定期実行89本目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Yu Gothic"/>
              </a:rPr>
              <a:t>“その立場に置いてしまった人たちに謝罪する。”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Yu Gothic"/>
              </a:rPr>
              <a:t>— Jordan Zietz氏(報道の要約)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今後注目したいポイント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B6270"/>
                </a:solidFill>
                <a:latin typeface="Yu Gothic"/>
              </a:rPr>
              <a:t>視聴者の皆さんと一緒に注目したい点です。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除去費用負担が実際に行われるか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会社としての正式な対応があるか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AI業界の採用活動をめぐる議論の広がり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具体的な展開はまだ不明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Fortune・Futurism・SF Standard ほか(2026-07-30〜31報道)｜定期実行89本目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会社への忠誠は、体に刻むものではないはずです。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CADCFC"/>
                </a:solidFill>
                <a:latin typeface="Yu Gothic"/>
              </a:rPr>
              <a:t>出典付きで、公平に整理してお届けしました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