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RivianからスピンオフしたAlsoが2026年8月19日、$1億5,000万の追加調達を発表しました。電動自転車から自律走行配送車両への事業拡大が狙いです。今日はこの調達の中身を出典付きで整理してお届けします。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結論から確認します。Alsoは$1億5,000万を追加調達し、創業からの累計調達額は$4億5,500万に達しました。自律走行技術の開発加速が狙いです。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今日は6つの流れでお伝えします。今回の調達の内容から、これまでの成長経緯、自律走行への展開まで、正確に数字を引用しながら整理します。誇張せず、確認できなかったことは正直にお伝えします。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このテーマを扱う理由です。高い鮮度に加え、電動自転車の会社が自律走行を狙うという意外性のある展開に注目しました。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Alsoは2022年にRivian社内で始まり、2025年3月にスピンオフした企業です。RJ・スカリンジ氏とクリス・ユー氏が共同創業者です。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今回の資金調達の概要です。Prysm Capital主導で$1億5,000万を調達し、累計調達額は$4億5,500万に達しました。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調達資金は自律走行技術の開発加速に充てられます。具体的な実用化時期までは確認できていません。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累計調達額は$4億5,500万に達しました。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2025年3月のスピンオフから、2026年3月のシリーズC・DoorDash提携、そして今回のシリーズDまで、着実に成長してきました。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3月のシリーズCと今回のシリーズDを対比しました。DoorDash提携から約5か月での追加調達です。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DoorDashとの提携は2026年3月に発表され、DoorDash自身もAlsoへの出資者・取締役会メンバーとなっています。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主力製品は電動自転車『TM-B』と電動カーゴ車『TM-Q』です。これらを土台に自律走行技術を展開する計画です。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3月のシリーズC時点の評価額は$10億でした。今回の調達後の最新評価額は確認できていません。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電動自転車の価格について、TechCrunchとFortuneで表記に差異があります。原因は特定できていませんが、いずれも報道どおりに扱っています。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Alsoの成長の流れを図にしました。Rivian社内での始動から、スピンオフ、DoorDash提携、そして今回の調達という流れです。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今回の発表を3ステップで総括しました。追加調達、累計調達額の到達、そして自律走行技術の開発加速という流れです。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電動マイクロモビリティから自律走行への事業転換の一例として注目されますが、他社との具体的な比較は行っていません。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現在の製品と将来の展望を対比しました。既存製品のEVアーキテクチャを土台に、自律走行への展開を目指しています。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今回の発表の要点をまとめました。調達額、累計調達額、用途、背景という4点です。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今後の見どころとして、最新評価額や自律走行の実用化時期が挙げられますが、いずれも現時点では確認できていません。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スカンクワークス時代のチーム規模は約70名で、複数の著名企業出身者が集まっていたとされます。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今回のラウンドには複数の既存投資家に加え、新たにPrysm Capitalが主導投資家として参加しています。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2022年のスカンクワークス開始から今回の調達まで、約4年の歩みがあります。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スピンオフ以降、2025年3月・2026年3月・2026年8月の3回にわたり資金調達を行っています。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AlsoはRivianから独立していますが、RJ・スカリンジ氏が両社に関与するなど、つながりは維持されています。出資比率の詳細までは確認できていません。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確認できなかったことを正直にお伝えします。価格の差異の原因、最新評価額、実用化時期は確認できていません。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このニュースが読者にとって意味することをまとめました。モビリティ技術を追う立場、投資に関心がある立場、配送・物流業界に携わる立場、それぞれで意識したい視点です。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まとめです。電動自転車の会社が自律走行を狙うという事業展開と、確認できていない点を正直にお伝えしました。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lsoの追加資金調達について、電動自転車から自律走行への事業拡大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電動自転車の会社が</a:t>
            </a:r>
          </a:p>
          <a:p>
            <a:pPr algn="l">
              <a:lnSpc>
                <a:spcPct val="115000"/>
              </a:lnSpc>
            </a:pPr>
            <a:r>
              <a:rPr sz="4200" b="1">
                <a:solidFill>
                  <a:srgbClr val="FFFFFF"/>
                </a:solidFill>
                <a:latin typeface="Yu Gothic"/>
              </a:rPr>
              <a:t>狙うのは、</a:t>
            </a:r>
          </a:p>
          <a:p>
            <a:pPr algn="l">
              <a:lnSpc>
                <a:spcPct val="115000"/>
              </a:lnSpc>
            </a:pPr>
            <a:r>
              <a:rPr sz="4200" b="1">
                <a:solidFill>
                  <a:srgbClr val="FFFFFF"/>
                </a:solidFill>
                <a:latin typeface="Yu Gothic"/>
              </a:rPr>
              <a:t>自律走行という次の一手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2026年8月19日発表——Rivianスピンオフ「Also」、$1億5,000万を追加調達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TechCrunch・Fortune(2026年8月19日)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$1億5,000万を追加調達、累計調達額は$4億5,500万に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Prysm Capital主導、自律走行技術の開発加速が狙い(2026年8月19日発表)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TechCrunch・Fortune(2026-08-19)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Alsoとは・基礎知識</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今回の調達の内容を確認する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これまでの成長の経緯を確認する</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自律走行への展開・DoorDash提携を確認する</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『電動自転車の会社が自律走行を狙う』という意外性のある事業展開である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Rivianという著名EVメーカーからのスピンオフという背景がある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複数の独立した情報源(TechCrunch・Fortune等)で確認できる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TechCrunch・Fortune(2026-08-19)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Alsoとは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2022年、Rivian社内のスカンクワークス(社内ベンチャー)として始まった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2025年3月、Eclipse Ventures主導で$1億500万を調達しRivianからスピンオフ</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共同創業者はRivian創業者兼CEOのRJ・スカリンジ氏(Alsoの会長を兼任)</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Rivianの将来プログラム担当VPだったクリス・ユー氏がAlso社長/CEOを務める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今回の資金調達の概要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調達額</a:t>
                      </a:r>
                    </a:p>
                  </a:txBody>
                  <a:tcPr>
                    <a:solidFill>
                      <a:srgbClr val="FFFFFF"/>
                    </a:solidFill>
                  </a:tcPr>
                </a:tc>
                <a:tc>
                  <a:txBody>
                    <a:bodyPr/>
                    <a:lstStyle/>
                    <a:p>
                      <a:pPr>
                        <a:defRPr sz="1200">
                          <a:solidFill>
                            <a:srgbClr val="1C1B33"/>
                          </a:solidFill>
                          <a:latin typeface="Yu Gothic"/>
                        </a:defRPr>
                      </a:pPr>
                      <a:r>
                        <a:t>$1億5,000万(シリーズD)</a:t>
                      </a:r>
                    </a:p>
                  </a:txBody>
                  <a:tcPr>
                    <a:solidFill>
                      <a:srgbClr val="FFFFFF"/>
                    </a:solidFill>
                  </a:tcPr>
                </a:tc>
              </a:tr>
              <a:tr h="502920">
                <a:tc>
                  <a:txBody>
                    <a:bodyPr/>
                    <a:lstStyle/>
                    <a:p>
                      <a:pPr>
                        <a:defRPr sz="1200">
                          <a:solidFill>
                            <a:srgbClr val="1C1B33"/>
                          </a:solidFill>
                          <a:latin typeface="Yu Gothic"/>
                        </a:defRPr>
                      </a:pPr>
                      <a:r>
                        <a:t>主導投資家</a:t>
                      </a:r>
                    </a:p>
                  </a:txBody>
                  <a:tcPr>
                    <a:solidFill>
                      <a:srgbClr val="F4F3FC"/>
                    </a:solidFill>
                  </a:tcPr>
                </a:tc>
                <a:tc>
                  <a:txBody>
                    <a:bodyPr/>
                    <a:lstStyle/>
                    <a:p>
                      <a:pPr>
                        <a:defRPr sz="1200">
                          <a:solidFill>
                            <a:srgbClr val="1C1B33"/>
                          </a:solidFill>
                          <a:latin typeface="Yu Gothic"/>
                        </a:defRPr>
                      </a:pPr>
                      <a:r>
                        <a:t>Prysm Capital</a:t>
                      </a:r>
                    </a:p>
                  </a:txBody>
                  <a:tcPr>
                    <a:solidFill>
                      <a:srgbClr val="F4F3FC"/>
                    </a:solidFill>
                  </a:tcPr>
                </a:tc>
              </a:tr>
              <a:tr h="502920">
                <a:tc>
                  <a:txBody>
                    <a:bodyPr/>
                    <a:lstStyle/>
                    <a:p>
                      <a:pPr>
                        <a:defRPr sz="1200">
                          <a:solidFill>
                            <a:srgbClr val="1C1B33"/>
                          </a:solidFill>
                          <a:latin typeface="Yu Gothic"/>
                        </a:defRPr>
                      </a:pPr>
                      <a:r>
                        <a:t>参加した既存投資家</a:t>
                      </a:r>
                    </a:p>
                  </a:txBody>
                  <a:tcPr>
                    <a:solidFill>
                      <a:srgbClr val="FFFFFF"/>
                    </a:solidFill>
                  </a:tcPr>
                </a:tc>
                <a:tc>
                  <a:txBody>
                    <a:bodyPr/>
                    <a:lstStyle/>
                    <a:p>
                      <a:pPr>
                        <a:defRPr sz="1200">
                          <a:solidFill>
                            <a:srgbClr val="1C1B33"/>
                          </a:solidFill>
                          <a:latin typeface="Yu Gothic"/>
                        </a:defRPr>
                      </a:pPr>
                      <a:r>
                        <a:t>Eclipse・Greenoaks・MVP Ventures</a:t>
                      </a:r>
                    </a:p>
                  </a:txBody>
                  <a:tcPr>
                    <a:solidFill>
                      <a:srgbClr val="FFFFFF"/>
                    </a:solidFill>
                  </a:tcPr>
                </a:tc>
              </a:tr>
              <a:tr h="502920">
                <a:tc>
                  <a:txBody>
                    <a:bodyPr/>
                    <a:lstStyle/>
                    <a:p>
                      <a:pPr>
                        <a:defRPr sz="1200">
                          <a:solidFill>
                            <a:srgbClr val="1C1B33"/>
                          </a:solidFill>
                          <a:latin typeface="Yu Gothic"/>
                        </a:defRPr>
                      </a:pPr>
                      <a:r>
                        <a:t>累計調達額</a:t>
                      </a:r>
                    </a:p>
                  </a:txBody>
                  <a:tcPr>
                    <a:solidFill>
                      <a:srgbClr val="F4F3FC"/>
                    </a:solidFill>
                  </a:tcPr>
                </a:tc>
                <a:tc>
                  <a:txBody>
                    <a:bodyPr/>
                    <a:lstStyle/>
                    <a:p>
                      <a:pPr>
                        <a:defRPr sz="1200">
                          <a:solidFill>
                            <a:srgbClr val="1C1B33"/>
                          </a:solidFill>
                          <a:latin typeface="Yu Gothic"/>
                        </a:defRPr>
                      </a:pPr>
                      <a:r>
                        <a:t>$4億5,500万</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調達資金の使途</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資金の使い道です。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自律走行技術の開発加速に充当される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貨物・旅客双方の移動手段を対象とした、複数の自律走行フォームファクターの同時開発に使われる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既存の電動自転車・カーゴ車のEVアーキテクチャを土台とした展開とされる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具体的な実用化・商業運用の時期は本調査の範囲では確認できていない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$4億5,500万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2022年のスカンクワークス開始から今回まで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TechCrunch(2026-08-19)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これまでの成長の経緯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調達の推移です。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2025年3月、Eclipse Ventures主導で$1億500万を調達しスピンオフ</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2026年3月、Greenoaks Capital主導で$2億のシリーズCを調達(評価額$10億)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同時にDoorDashとの複数年にわたる自律走行配送の提携契約を発表</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2026年8月19日、Prysm Capital主導で$1億5,000万のシリーズDを追加調達</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2026年3月(シリーズC) vs 2026年8月19日(今回)</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2026年3月</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$2億のシリーズC調達</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評価額$10億</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DoorDashとの提携発表</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2026年8月19日(今回)</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$1億5,000万のシリーズD追加調達</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累計調達額$4億5,500万</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自律走行技術の開発加速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DoorDashとの提携内容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提携先</a:t>
                      </a:r>
                    </a:p>
                  </a:txBody>
                  <a:tcPr>
                    <a:solidFill>
                      <a:srgbClr val="FFFFFF"/>
                    </a:solidFill>
                  </a:tcPr>
                </a:tc>
                <a:tc>
                  <a:txBody>
                    <a:bodyPr/>
                    <a:lstStyle/>
                    <a:p>
                      <a:pPr>
                        <a:defRPr sz="1200">
                          <a:solidFill>
                            <a:srgbClr val="1C1B33"/>
                          </a:solidFill>
                          <a:latin typeface="Yu Gothic"/>
                        </a:defRPr>
                      </a:pPr>
                      <a:r>
                        <a:t>DoorDash</a:t>
                      </a:r>
                    </a:p>
                  </a:txBody>
                  <a:tcPr>
                    <a:solidFill>
                      <a:srgbClr val="FFFFFF"/>
                    </a:solidFill>
                  </a:tcPr>
                </a:tc>
              </a:tr>
              <a:tr h="502920">
                <a:tc>
                  <a:txBody>
                    <a:bodyPr/>
                    <a:lstStyle/>
                    <a:p>
                      <a:pPr>
                        <a:defRPr sz="1200">
                          <a:solidFill>
                            <a:srgbClr val="1C1B33"/>
                          </a:solidFill>
                          <a:latin typeface="Yu Gothic"/>
                        </a:defRPr>
                      </a:pPr>
                      <a:r>
                        <a:t>内容</a:t>
                      </a:r>
                    </a:p>
                  </a:txBody>
                  <a:tcPr>
                    <a:solidFill>
                      <a:srgbClr val="F4F3FC"/>
                    </a:solidFill>
                  </a:tcPr>
                </a:tc>
                <a:tc>
                  <a:txBody>
                    <a:bodyPr/>
                    <a:lstStyle/>
                    <a:p>
                      <a:pPr>
                        <a:defRPr sz="1200">
                          <a:solidFill>
                            <a:srgbClr val="1C1B33"/>
                          </a:solidFill>
                          <a:latin typeface="Yu Gothic"/>
                        </a:defRPr>
                      </a:pPr>
                      <a:r>
                        <a:t>複数年にわたる自律走行配送の開発・展開契約</a:t>
                      </a:r>
                    </a:p>
                  </a:txBody>
                  <a:tcPr>
                    <a:solidFill>
                      <a:srgbClr val="F4F3FC"/>
                    </a:solidFill>
                  </a:tcPr>
                </a:tc>
              </a:tr>
              <a:tr h="502920">
                <a:tc>
                  <a:txBody>
                    <a:bodyPr/>
                    <a:lstStyle/>
                    <a:p>
                      <a:pPr>
                        <a:defRPr sz="1200">
                          <a:solidFill>
                            <a:srgbClr val="1C1B33"/>
                          </a:solidFill>
                          <a:latin typeface="Yu Gothic"/>
                        </a:defRPr>
                      </a:pPr>
                      <a:r>
                        <a:t>発表時期</a:t>
                      </a:r>
                    </a:p>
                  </a:txBody>
                  <a:tcPr>
                    <a:solidFill>
                      <a:srgbClr val="FFFFFF"/>
                    </a:solidFill>
                  </a:tcPr>
                </a:tc>
                <a:tc>
                  <a:txBody>
                    <a:bodyPr/>
                    <a:lstStyle/>
                    <a:p>
                      <a:pPr>
                        <a:defRPr sz="1200">
                          <a:solidFill>
                            <a:srgbClr val="1C1B33"/>
                          </a:solidFill>
                          <a:latin typeface="Yu Gothic"/>
                        </a:defRPr>
                      </a:pPr>
                      <a:r>
                        <a:t>2026年3月(シリーズCと同時)</a:t>
                      </a:r>
                    </a:p>
                  </a:txBody>
                  <a:tcPr>
                    <a:solidFill>
                      <a:srgbClr val="FFFFFF"/>
                    </a:solidFill>
                  </a:tcPr>
                </a:tc>
              </a:tr>
              <a:tr h="502920">
                <a:tc>
                  <a:txBody>
                    <a:bodyPr/>
                    <a:lstStyle/>
                    <a:p>
                      <a:pPr>
                        <a:defRPr sz="1200">
                          <a:solidFill>
                            <a:srgbClr val="1C1B33"/>
                          </a:solidFill>
                          <a:latin typeface="Yu Gothic"/>
                        </a:defRPr>
                      </a:pPr>
                      <a:r>
                        <a:t>DoorDashの立場</a:t>
                      </a:r>
                    </a:p>
                  </a:txBody>
                  <a:tcPr>
                    <a:solidFill>
                      <a:srgbClr val="F4F3FC"/>
                    </a:solidFill>
                  </a:tcPr>
                </a:tc>
                <a:tc>
                  <a:txBody>
                    <a:bodyPr/>
                    <a:lstStyle/>
                    <a:p>
                      <a:pPr>
                        <a:defRPr sz="1200">
                          <a:solidFill>
                            <a:srgbClr val="1C1B33"/>
                          </a:solidFill>
                          <a:latin typeface="Yu Gothic"/>
                        </a:defRPr>
                      </a:pPr>
                      <a:r>
                        <a:t>投資家としても出資、取締役会にも参加</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TechCrunch(2026-08-19時点の背景情報として引用)</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主力製品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現在の主力製品です。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ペダルアシスト式電動自転車『TM-B』</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四輪の電動カーゴ車『TM-Q』(商用・一般向けの両モデル)</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自転車レーンを走行できる設計とされる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これらのEVアーキテクチャを土台に自律走行技術を展開する計画</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3月時点の企業評価額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$10億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シリーズC調達時点(今回の調達後の最新評価額は未確認)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TechCrunch(2026-08-19)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電動自転車の価格をめぐる報道の差異(正直な開示)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確認できた数字のばらつきです。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TechCrunchは電動自転車『TM-B』の価格を$4,500と報じている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Fortuneは同モデルについて『$3,500の電動自転車』と表現している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本調査の範囲ではこの差異の原因(モデル・仕様の違い等)を特定できていない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いずれの数字も報道どおりに扱い、推測による訂正は行わない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TechCrunch・Fortune(2026-08-19)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Alsoの成長の流れ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2022年、Rivian社内で始動</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スカンクワークスとして</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2025年3月スピンオフ、2026年3月DoorDash提携</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評価額$10億に到達</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2026年8月19日、追加調達で自律走行加速</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累計$4億5,500万</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スカンクワークスから今回の調達までの流れ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1. $1億5,000万を追加調達</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Prysm Capital主導</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 累計調達額$4億5,500万に到達</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創業から約4年での成長</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3. 自律走行技術の開発加速へ</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貨物・旅客双方を対象</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モビリティ業界における位置づけ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電動マイクロモビリティから自律走行への事業転換の一例として注目される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大手EVメーカーからのスピンオフという背景が、投資家からの信頼獲得に寄与しているとみられる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他の自律走行配送スタートアップとの具体的な業績比較は本調査では行っていない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実際の自律走行技術の完成度・商業化時期は今後の発表を待つ必要がある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現在の製品(電動自転車・カーゴ車) vs 将来の展望(自律走行)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現在の製品</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ペダルアシスト式電動自転車</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四輪電動カーゴ車</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既に一部展開・提供中</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将来の展望</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自律走行フォームファクターの開発</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貨物・旅客双方を対象</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実用化時期は未確認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調達額</a:t>
                      </a:r>
                    </a:p>
                  </a:txBody>
                  <a:tcPr>
                    <a:solidFill>
                      <a:srgbClr val="FFFFFF"/>
                    </a:solidFill>
                  </a:tcPr>
                </a:tc>
                <a:tc>
                  <a:txBody>
                    <a:bodyPr/>
                    <a:lstStyle/>
                    <a:p>
                      <a:pPr>
                        <a:defRPr sz="1200">
                          <a:solidFill>
                            <a:srgbClr val="1C1B33"/>
                          </a:solidFill>
                          <a:latin typeface="Yu Gothic"/>
                        </a:defRPr>
                      </a:pPr>
                      <a:r>
                        <a:t>$1億5,000万(シリーズD)</a:t>
                      </a:r>
                    </a:p>
                  </a:txBody>
                  <a:tcPr>
                    <a:solidFill>
                      <a:srgbClr val="FFFFFF"/>
                    </a:solidFill>
                  </a:tcPr>
                </a:tc>
              </a:tr>
              <a:tr h="502920">
                <a:tc>
                  <a:txBody>
                    <a:bodyPr/>
                    <a:lstStyle/>
                    <a:p>
                      <a:pPr>
                        <a:defRPr sz="1200">
                          <a:solidFill>
                            <a:srgbClr val="1C1B33"/>
                          </a:solidFill>
                          <a:latin typeface="Yu Gothic"/>
                        </a:defRPr>
                      </a:pPr>
                      <a:r>
                        <a:t>累計調達額</a:t>
                      </a:r>
                    </a:p>
                  </a:txBody>
                  <a:tcPr>
                    <a:solidFill>
                      <a:srgbClr val="F4F3FC"/>
                    </a:solidFill>
                  </a:tcPr>
                </a:tc>
                <a:tc>
                  <a:txBody>
                    <a:bodyPr/>
                    <a:lstStyle/>
                    <a:p>
                      <a:pPr>
                        <a:defRPr sz="1200">
                          <a:solidFill>
                            <a:srgbClr val="1C1B33"/>
                          </a:solidFill>
                          <a:latin typeface="Yu Gothic"/>
                        </a:defRPr>
                      </a:pPr>
                      <a:r>
                        <a:t>$4億5,500万</a:t>
                      </a:r>
                    </a:p>
                  </a:txBody>
                  <a:tcPr>
                    <a:solidFill>
                      <a:srgbClr val="F4F3FC"/>
                    </a:solidFill>
                  </a:tcPr>
                </a:tc>
              </a:tr>
              <a:tr h="502920">
                <a:tc>
                  <a:txBody>
                    <a:bodyPr/>
                    <a:lstStyle/>
                    <a:p>
                      <a:pPr>
                        <a:defRPr sz="1200">
                          <a:solidFill>
                            <a:srgbClr val="1C1B33"/>
                          </a:solidFill>
                          <a:latin typeface="Yu Gothic"/>
                        </a:defRPr>
                      </a:pPr>
                      <a:r>
                        <a:t>用途</a:t>
                      </a:r>
                    </a:p>
                  </a:txBody>
                  <a:tcPr>
                    <a:solidFill>
                      <a:srgbClr val="FFFFFF"/>
                    </a:solidFill>
                  </a:tcPr>
                </a:tc>
                <a:tc>
                  <a:txBody>
                    <a:bodyPr/>
                    <a:lstStyle/>
                    <a:p>
                      <a:pPr>
                        <a:defRPr sz="1200">
                          <a:solidFill>
                            <a:srgbClr val="1C1B33"/>
                          </a:solidFill>
                          <a:latin typeface="Yu Gothic"/>
                        </a:defRPr>
                      </a:pPr>
                      <a:r>
                        <a:t>自律走行技術の開発加速</a:t>
                      </a:r>
                    </a:p>
                  </a:txBody>
                  <a:tcPr>
                    <a:solidFill>
                      <a:srgbClr val="FFFFFF"/>
                    </a:solidFill>
                  </a:tcPr>
                </a:tc>
              </a:tr>
              <a:tr h="502920">
                <a:tc>
                  <a:txBody>
                    <a:bodyPr/>
                    <a:lstStyle/>
                    <a:p>
                      <a:pPr>
                        <a:defRPr sz="1200">
                          <a:solidFill>
                            <a:srgbClr val="1C1B33"/>
                          </a:solidFill>
                          <a:latin typeface="Yu Gothic"/>
                        </a:defRPr>
                      </a:pPr>
                      <a:r>
                        <a:t>背景</a:t>
                      </a:r>
                    </a:p>
                  </a:txBody>
                  <a:tcPr>
                    <a:solidFill>
                      <a:srgbClr val="F4F3FC"/>
                    </a:solidFill>
                  </a:tcPr>
                </a:tc>
                <a:tc>
                  <a:txBody>
                    <a:bodyPr/>
                    <a:lstStyle/>
                    <a:p>
                      <a:pPr>
                        <a:defRPr sz="1200">
                          <a:solidFill>
                            <a:srgbClr val="1C1B33"/>
                          </a:solidFill>
                          <a:latin typeface="Yu Gothic"/>
                        </a:defRPr>
                      </a:pPr>
                      <a:r>
                        <a:t>3月のDoorDash提携・評価額$10億</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TechCrunch・Fortune(2026-08-19)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今後注目される点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今後の見どころです。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今回の調達後の最新の企業評価額</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自律走行車両の具体的な実用化・商業運用の時期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DoorDash提携の具体的な進捗</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今後の公式発表・追加ラウンドの動向を継続して確認する必要がある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従業員規模(スカンクワークス時代)</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約70名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Apple・Google・Specialized・Tesla・REI Co-Op・Uber出身者を含む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本リサーチ(2026-08-19時点)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主な投資家一覧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投資家</a:t>
                      </a:r>
                    </a:p>
                  </a:txBody>
                  <a:tcPr>
                    <a:solidFill>
                      <a:srgbClr val="2E2A72"/>
                    </a:solidFill>
                  </a:tcPr>
                </a:tc>
                <a:tc>
                  <a:txBody>
                    <a:bodyPr/>
                    <a:lstStyle/>
                    <a:p>
                      <a:pPr>
                        <a:defRPr sz="1300" b="1">
                          <a:solidFill>
                            <a:srgbClr val="FFFFFF"/>
                          </a:solidFill>
                          <a:latin typeface="Yu Gothic"/>
                        </a:defRPr>
                      </a:pPr>
                      <a:r>
                        <a:t>役割</a:t>
                      </a:r>
                    </a:p>
                  </a:txBody>
                  <a:tcPr>
                    <a:solidFill>
                      <a:srgbClr val="2E2A72"/>
                    </a:solidFill>
                  </a:tcPr>
                </a:tc>
              </a:tr>
              <a:tr h="502920">
                <a:tc>
                  <a:txBody>
                    <a:bodyPr/>
                    <a:lstStyle/>
                    <a:p>
                      <a:pPr>
                        <a:defRPr sz="1200">
                          <a:solidFill>
                            <a:srgbClr val="1C1B33"/>
                          </a:solidFill>
                          <a:latin typeface="Yu Gothic"/>
                        </a:defRPr>
                      </a:pPr>
                      <a:r>
                        <a:t>Prysm Capital</a:t>
                      </a:r>
                    </a:p>
                  </a:txBody>
                  <a:tcPr>
                    <a:solidFill>
                      <a:srgbClr val="FFFFFF"/>
                    </a:solidFill>
                  </a:tcPr>
                </a:tc>
                <a:tc>
                  <a:txBody>
                    <a:bodyPr/>
                    <a:lstStyle/>
                    <a:p>
                      <a:pPr>
                        <a:defRPr sz="1200">
                          <a:solidFill>
                            <a:srgbClr val="1C1B33"/>
                          </a:solidFill>
                          <a:latin typeface="Yu Gothic"/>
                        </a:defRPr>
                      </a:pPr>
                      <a:r>
                        <a:t>今回のシリーズD主導</a:t>
                      </a:r>
                    </a:p>
                  </a:txBody>
                  <a:tcPr>
                    <a:solidFill>
                      <a:srgbClr val="FFFFFF"/>
                    </a:solidFill>
                  </a:tcPr>
                </a:tc>
              </a:tr>
              <a:tr h="502920">
                <a:tc>
                  <a:txBody>
                    <a:bodyPr/>
                    <a:lstStyle/>
                    <a:p>
                      <a:pPr>
                        <a:defRPr sz="1200">
                          <a:solidFill>
                            <a:srgbClr val="1C1B33"/>
                          </a:solidFill>
                          <a:latin typeface="Yu Gothic"/>
                        </a:defRPr>
                      </a:pPr>
                      <a:r>
                        <a:t>Eclipse Ventures</a:t>
                      </a:r>
                    </a:p>
                  </a:txBody>
                  <a:tcPr>
                    <a:solidFill>
                      <a:srgbClr val="F4F3FC"/>
                    </a:solidFill>
                  </a:tcPr>
                </a:tc>
                <a:tc>
                  <a:txBody>
                    <a:bodyPr/>
                    <a:lstStyle/>
                    <a:p>
                      <a:pPr>
                        <a:defRPr sz="1200">
                          <a:solidFill>
                            <a:srgbClr val="1C1B33"/>
                          </a:solidFill>
                          <a:latin typeface="Yu Gothic"/>
                        </a:defRPr>
                      </a:pPr>
                      <a:r>
                        <a:t>初回調達から継続参加</a:t>
                      </a:r>
                    </a:p>
                  </a:txBody>
                  <a:tcPr>
                    <a:solidFill>
                      <a:srgbClr val="F4F3FC"/>
                    </a:solidFill>
                  </a:tcPr>
                </a:tc>
              </a:tr>
              <a:tr h="502920">
                <a:tc>
                  <a:txBody>
                    <a:bodyPr/>
                    <a:lstStyle/>
                    <a:p>
                      <a:pPr>
                        <a:defRPr sz="1200">
                          <a:solidFill>
                            <a:srgbClr val="1C1B33"/>
                          </a:solidFill>
                          <a:latin typeface="Yu Gothic"/>
                        </a:defRPr>
                      </a:pPr>
                      <a:r>
                        <a:t>Greenoaks Capital</a:t>
                      </a:r>
                    </a:p>
                  </a:txBody>
                  <a:tcPr>
                    <a:solidFill>
                      <a:srgbClr val="FFFFFF"/>
                    </a:solidFill>
                  </a:tcPr>
                </a:tc>
                <a:tc>
                  <a:txBody>
                    <a:bodyPr/>
                    <a:lstStyle/>
                    <a:p>
                      <a:pPr>
                        <a:defRPr sz="1200">
                          <a:solidFill>
                            <a:srgbClr val="1C1B33"/>
                          </a:solidFill>
                          <a:latin typeface="Yu Gothic"/>
                        </a:defRPr>
                      </a:pPr>
                      <a:r>
                        <a:t>3月のシリーズC主導、今回も参加</a:t>
                      </a:r>
                    </a:p>
                  </a:txBody>
                  <a:tcPr>
                    <a:solidFill>
                      <a:srgbClr val="FFFFFF"/>
                    </a:solidFill>
                  </a:tcPr>
                </a:tc>
              </a:tr>
              <a:tr h="502920">
                <a:tc>
                  <a:txBody>
                    <a:bodyPr/>
                    <a:lstStyle/>
                    <a:p>
                      <a:pPr>
                        <a:defRPr sz="1200">
                          <a:solidFill>
                            <a:srgbClr val="1C1B33"/>
                          </a:solidFill>
                          <a:latin typeface="Yu Gothic"/>
                        </a:defRPr>
                      </a:pPr>
                      <a:r>
                        <a:t>MVP Ventures</a:t>
                      </a:r>
                    </a:p>
                  </a:txBody>
                  <a:tcPr>
                    <a:solidFill>
                      <a:srgbClr val="F4F3FC"/>
                    </a:solidFill>
                  </a:tcPr>
                </a:tc>
                <a:tc>
                  <a:txBody>
                    <a:bodyPr/>
                    <a:lstStyle/>
                    <a:p>
                      <a:pPr>
                        <a:defRPr sz="1200">
                          <a:solidFill>
                            <a:srgbClr val="1C1B33"/>
                          </a:solidFill>
                          <a:latin typeface="Yu Gothic"/>
                        </a:defRPr>
                      </a:pPr>
                      <a:r>
                        <a:t>既存投資家として参加</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創業からの経過年数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約4年(2022年〜2026年)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スカンクワークス開始から今回の調達まで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本リサーチ(2026-08-19時点)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調達ラウンドの回数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3回(2025年3月・2026年3月・2026年8月)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スピンオフ以降の主要な資金調達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TechCrunch(2026-08-19)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Rivianとの現在の関係</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親会社との関係についてです。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Alsoは独立企業として運営されているが、Rivianとのつながりは維持されている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Rivianは少数株主としてAlsoの株式を保有しているとされる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RJ・スカリンジ氏はRivian CEOを務めながら、Also会長も兼任している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Rivianの具体的な出資比率の詳細は本調査の範囲では確認できていない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電動自転車『TM-B』の価格の報道間の差異($4,500 vs $3,500)の原因</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今回の調達によるAlso全体の最新の企業評価額</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自律走行車両の具体的な実用化・商業運用の時期</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本テーマは特定企業(Also)への投資を推奨するものではなく、報じられた資金調達の紹介にとどめる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確認できている事実</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$1億5,000万の追加調達</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累計調達額$4億5,500万</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自律走行技術への投資方針</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今後の不確定要素</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最新の企業評価額</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自律走行の実用化時期</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DoorDash提携の進捗</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モビリティ・自律走行技術の動向に関心がある立場として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電動マイクロモビリティから自律走行への事業転換という新しいパターンを把握する視点が役立つ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スタートアップ投資に関心がある立場として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大手企業からのスピンオフという背景と、調達額の推移を正確に把握する視点が参考になる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配送・物流業界に携わる立場として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自律走行配送の実用化に向けた動きの一つとして、今後の進捗を継続して確認する視点が役立つ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本編のまとめです。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Alsoは2026年8月19日、$1億5,000万の追加調達(シリーズD)を発表した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累計調達額は$4億5,500万に達し、自律走行技術の開発加速が狙いとされる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電動自転車・カーゴ車から自律走行への事業拡大という展開である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最新の企業評価額や実用化時期など、確認できていない点は正直に開示した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TechCrunch・Fortune(2026-08-19)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電動自転車の会社が、次に狙うもの。</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Alsoは2026年8月19日、$1億5,000万の追加調達を発表しました。電動自転車から自律走行への事業拡大の中身を、出典付きで正直に整理してお届けしました。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