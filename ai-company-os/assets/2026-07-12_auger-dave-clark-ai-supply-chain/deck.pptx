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元Amazon幹部が挑む、AIサプライチェーン改革の話です。今回はAugerの資金調達をお伝えします。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今日お伝えする5つのポイントです。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まず何が起きたのか整理します。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調達額はこちら、5,000万ドルです。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調達の概要を表にまとめました。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Augerがどんな会社か紹介します。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創業者デイブ・クラーク氏の経歴を確認します。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従来の管理手法との違いを整理します。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これまでの調達履歴を振り返ります(出典: GeekWire、TechFundingNews)。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累計調達額はこちら、1億5,000万ドルです。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新規大口顧客について確認します。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活用プロセスの大まかな流れです。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創業からの累計調達額を改めて確認します。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背景にある課題意識を整理します。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ここからは推測です。資金の使途を考えてみます。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ここは正直にお伝えします。確認できていない点があります。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利用イメージを整理します。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リスクについても触れておきます。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既存テーマとの違いを整理します。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拠点・チームについて確認します。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業界における位置づけをイメージとして整理します(具体的な順位付けの出典はありません)。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前回、2026年6月の調達額はこちら、2億ドルです。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同じroundで採用した候補1との鮮度を比較します。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今後の注目ポイントを整理します。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皆さんはどう思いますか、というところで問いかけます。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調達段階を改めて確認します。シリーズB追加ラウンドです。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今回もありがとうございました。Augerの資金調達の話題をお届けしました。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最後にまとめます。次回もお楽しみに。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Amazonのオペレーションを率いた男が、次はAIでサプライチェーンを変える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Auger、デイブ・クラーク氏のAIサプライチェーン企業が5,000万ドル追加調達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GeekWireほか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今日分かること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Augerとはどんな会社か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AIサプライチェーンとは何か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新規顧客・投資家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Augerが2026年7月12日、シリーズB追加ラウンドで5,000万ドルの調達を発表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主導投資家はEclipse、既存投資家Oak HC/FTも参加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累計調達額は1億5,000万ドルに到達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2026年6月の2億ドル調達に続く追加ラウンド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GeekWire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5,000万ドル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シリーズB追加ラウンド(2026年7月12日発表)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GeekWire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Auger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5,000万ドル(シリーズB追加)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主導投資家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Eclipse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累計調達額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1億5,000万ドル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2026年7月12日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Augerとはどんな会社?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創業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デイブ・クラーク氏、リー・アン・クラーク氏が創業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拠点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ワシントン州ベルビュー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事業内容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AIで企業のサプライチェーン意思決定を高速化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デイブ・クラーク氏の経歴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元Amazon世界運営責任者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元Flexport CEO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サプライチェーン領域での豊富な実務経験を持つとされる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GeekWire、WWD(Sourcing Journal)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Augerが解決する課題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従来のサプライチェーン管理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会議・アラート・スプレッドシートへの依存が大きい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Augerのアプローチ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AIで意思決定を高速化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目指す姿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実行のスピードと精度の向上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これまでの調達履歴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ラウンド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シリーズB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2026年7月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シリーズB追加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5,000万ドル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1億5,000万ドル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シリーズB本体+追加ラウンド合計(2026年7月時点)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Grishin Robotics(X投稿)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新規大口顧客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Meta(VR/AR部門)が新規顧客として加わったと報じられている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Fanaticsも新規顧客として加わったと報じられている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Kimberly-Clarkも新規顧客として加わったと報じられている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GeekWire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Augerの活用プロセス(概要)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データ集約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サプライチェーンに関するデータを集約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AI分析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AIが意思決定に必要な情報を分析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実行支援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会議やアラートに頼らない実行を支援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創業からの累計調達額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1億5,000万ドル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デイブ・クラーク氏らが創業(発表時点)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Grishin Robotics(X投稿)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なぜ今、AIサプライチェーンなのか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背景1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サプライチェーンの意思決定が会議・アラート依存で遅くなりがちとされる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背景2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大手企業ほど関係者・工程が多く調整コストが大きいとされる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背景3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AIによる高速な意思決定支援への需要が高まっているとされる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資金の使途(推測)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製品開発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AI分析機能の拡張に活用される可能性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事業拡大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新規顧客獲得に活用される可能性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人材採用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エンジニア・営業体制強化に活用される可能性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正直な開示: 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本ラウンドの企業評価額は確認できていない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具体的な導入効果・削減コストの定量的な実績は確認できていない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2026年6月のシリーズB2億ドルの一次情報は直接確認できていない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出典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GeekWire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425 Business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WWD(Sourcing Journal)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Augerの利用イメージ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大手企業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Meta・Fanatics・Kimberly-Clarkなど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サプライチェーン部門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意思決定の高速化に活用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Auger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AIによる分析・実行支援を提供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この分野で意識すべきリスク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データ精度への依存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AIの分析精度はデータ品質に左右される可能性がある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導入コスト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大規模なサプライチェーンほど導入負荷が大きい可能性がある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投資判断は自己責任で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特定企業への投資推奨ではない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AIサプライチェーン意思決定支援という切り口は本テーマが初めて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重複するテーマは既存assetsに確認されなかった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拠点・チームについて(公表情報より)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拠点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ワシントン州ベルビュー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創業者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デイブ・クラーク氏、リー・アン・クラーク氏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従業員数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具体的な人数は本調査の範囲では確認できていない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業界における位置づけ(イメージ)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対象顧客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大手企業を中心にサプライチェーン管理の高速化を求める企業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競合領域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従来型のサプライチェーン管理ツール・コンサルティング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2026年6月調達額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Insight Partners・Oak HC/FT主導のシリーズB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TechFundingNews(背景情報)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同ラウンドのNaturalとの鮮度比較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候補1(125本目・Natural)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発表は着手日の15日前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候補2(126本目・Auger)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発表は着手日の23日前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round72(約40日前)より改善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今後注目すべきポイント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顧客拡大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新規大口顧客の推移に注目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製品進化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AI分析機能の拡張に注目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次の資金調達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今後のラウンドの有無に注目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元Amazon幹部が挑むAIサプライチェーン改革、皆さんはどう思いますか?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大手企業の導入が広がるかどうか、一緒に考えてみましょう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出典の明記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GeekWire等、複数の情報源を明示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正直な開示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確認できなかった点を隠さず記載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中立性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特定企業への投資推奨はしていない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シリーズB追加ラウンド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本格的な事業拡大に向けた段階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AIが変える、次のサプライチェーン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Auger、シリーズB追加ラウンドで5,000万ドルを調達(2026年7月12日)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Augerがシリーズ B追加ラウンドで5,000万ドルを調達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AIサプライチェーン意思決定支援という切り口が今後も注目される可能性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次回もAI業界の動きをお届けします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GeekWireほか｜定期実行126本目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