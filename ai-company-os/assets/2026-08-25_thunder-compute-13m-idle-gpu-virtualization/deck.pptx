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GPU不足が叫ばれる一方で、実は世界のGPUの多くが眠っているという指摘があります。何が起きているのか、出典付きで正確に整理してお届けします。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結論から確認します。企業のGPU平均使用率は約5%にとどまるとされ、この『遊休GPU』を掘り起こす企業が資金調達しました。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本日の流れです。調達概要から技術内容、業界課題、そして確認できなかったことまで整理します。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GPU不足が叫ばれる一方で、実は多くのGPUが遊んでいるという意外性のある話題です。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Thunder Computeは、シリーズAラウンドで1,300万ドルを調達しました。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リード投資家はMatrix Partnersで、Y CombinatorとCEAS Investmentsも参加しました。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調達概要です。リード投資家のMatrix Partnersに加え、Y Combinatorも参加しています。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Thunder Computeは2022年設立で、GPUを仮想化する独自技術を開発しています。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同社は、ストレージやCPUのようにGPUを仮想化し、ハードウェアの存在を意識させない仕組みを目指しています。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物理GPU群を仮想化層で束ね、効率的にワークロードへ配分する仕組みです。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Cast AIの調査によれば、企業のGPU平均使用率はわずか約5%にとどまるとされています。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AI業界では『GPU不足』が叫ばれる一方で、実は既存のGPUが十分に活用されていない実態があります。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Thunder Computeは、この遊休コンピュートを2,000億ドル相当と位置づけています。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調達資金は、技術拡張・人材増強・商業提携の3つに充てられます。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創業者2名は、それぞれコンサルティングファームと金融機関出身という異色の経歴です。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発表は2026年8月19日で、着手日から6日前の情報であることを正直に開示します。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新規調達に頼るのではなく、既存GPUの稼働率を上げるという発想が特徴です。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著名なベンチャーキャピタル・アクセラレーターが参加していることが分かります。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複数の独立したメディアが同一の調達額・データを報じており、内容としての一貫性を確認しています。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低い使用率という統計と、それによって生じる巨大な遊休コンピュートの規模を対比します。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Thunder Computeは2022年に設立された企業です。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今回の調達の注目ポイントを3つにまとめました。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本テーマは、AIインフラを巡る資金調達の最新動向として整理しています。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設立から今回の資金調達発表、そして本テーマ着手までのタイムラインです。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AI需要の急増を背景に、GPU確保だけでなく効率活用にも注目が集まりつつあります。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GPU平均使用率わずか約5%という実態と、それに伴う2,000億ドル規模の遊休コンピュートが、今回のポイントです。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CPUやストレージで普及した仮想化の発想を、GPU領域に適用しようとしているのが特徴です。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本日はThunder Computeの資金調達についてお届けしました。確認できなかったことは正直に開示しています。次回もお楽しみに。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GPUの95%が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眠っている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Thunder Compute資金調達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CE6F5"/>
                </a:solidFill>
                <a:latin typeface="Yu Gothic"/>
              </a:rPr>
              <a:t>2,000億ドルの遊休コンピュート——出典付きで整理する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C0D8"/>
                </a:solidFill>
                <a:latin typeface="Yu Gothic"/>
              </a:rPr>
              <a:t>出典: Thunder Compute公式ブログ(2026年8月19日)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CE6F5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7B4FFF"/>
                </a:solidFill>
                <a:latin typeface="Yu Gothic"/>
              </a:rPr>
              <a:t>GPU平均使用率わずか約5%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Thunder Computeが1,300万ドルを調達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C0D8"/>
                </a:solidFill>
                <a:latin typeface="Yu Gothic"/>
              </a:rPr>
              <a:t>出典: Thunder Compute公式ブログ(2026-08-19)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CE6F5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CE6F5"/>
                </a:solidFill>
                <a:latin typeface="Yu Gothic"/>
              </a:rPr>
              <a:t>調達の概要を確認する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CE6F5"/>
                </a:solidFill>
                <a:latin typeface="Yu Gothic"/>
              </a:rPr>
              <a:t>Thunder Computeの技術を確認する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CE6F5"/>
                </a:solidFill>
                <a:latin typeface="Yu Gothic"/>
              </a:rPr>
              <a:t>業界の課題を確認する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CE6F5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SiliconANGLE・Pulse2等、多数の独立メディアが継続的に報道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「GPU不足」の裏側にある『遊休GPU』という意外な実態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2,000億ドルという規模のインパクト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出典: SiliconANGLE(2026-08-19)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CE6F5"/>
                </a:solidFill>
                <a:latin typeface="Yu Gothic"/>
              </a:rPr>
              <a:t>今回の調達額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7B4FFF"/>
                </a:solidFill>
                <a:latin typeface="Yu Gothic"/>
              </a:rPr>
              <a:t>1,300万ドル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シリーズAラウンド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C0D8"/>
                </a:solidFill>
                <a:latin typeface="Yu Gothic"/>
              </a:rPr>
              <a:t>出典: Thunder Compute公式ブログ(2026-08-19)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調達の概要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2026年8月19日、1,300万ドルのシリーズAラウンドを発表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リード投資家はMatrix Partners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Y CombinatorおよびCEAS Investmentsが参加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出典: Thunder Compute公式ブログ(2026-08-19)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調達概要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1,300万ドル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ラウンド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シリーズA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リード投資家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Matrix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出典: Thunder Compute公式ブログ(2026-08-19)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Thunder Computeとは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2022年設立のGPU仮想化ソフトウェア企業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GPUをネットワークリソースとして扱う独自技術を開発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「GPU向けのVMware」を目指すと位置づけている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出典: SiliconANGLE(2026-08-19)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CE6F5"/>
                </a:solidFill>
                <a:latin typeface="Yu Gothic"/>
              </a:rPr>
              <a:t>目指す立ち位置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7B4FFF"/>
                </a:solidFill>
                <a:latin typeface="Yu Gothic"/>
              </a:rPr>
              <a:t>「GPU向けのVMware」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GPUの仮想化でハードウェアを意識させない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C0D8"/>
                </a:solidFill>
                <a:latin typeface="Yu Gothic"/>
              </a:rPr>
              <a:t>出典: SiliconANGLE(2026-08-19)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技術の仕組み(概念図)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3A5C"/>
                </a:solidFill>
                <a:latin typeface="Yu Gothic"/>
              </a:rPr>
              <a:t>物理GPU群(利用率5%)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3A5C"/>
                </a:solidFill>
                <a:latin typeface="Yu Gothic"/>
              </a:rPr>
              <a:t>Thunder Computeの仮想化層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3A5C"/>
                </a:solidFill>
                <a:latin typeface="Yu Gothic"/>
              </a:rPr>
              <a:t>効率化されたワークロード配分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A6B80"/>
                </a:solidFill>
                <a:latin typeface="Yu Gothic"/>
              </a:rPr>
              <a:t>ネットワークリソースとしてGPUを扱う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GPU利用率の実態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企業のGPU平均使用率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約5%(Cast AI調査)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遊休コンピュートの規模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2,000億ドル相当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出典: Cast AI「2026年版Kubernetes最適化状況レポート」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業界の課題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『GPU不足』が叫ばれる一方で使用率は低い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高価なGPUが十分に活用されていない実態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Thunder Computeはこの非効率を狙う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出典: Pulse2(2026-08-19)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CE6F5"/>
                </a:solidFill>
                <a:latin typeface="Yu Gothic"/>
              </a:rPr>
              <a:t>遊休コンピュートの規模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7B4FFF"/>
                </a:solidFill>
                <a:latin typeface="Yu Gothic"/>
              </a:rPr>
              <a:t>2,000億ドル相当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Thunder Computeが指摘する未活用コンピュート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C0D8"/>
                </a:solidFill>
                <a:latin typeface="Yu Gothic"/>
              </a:rPr>
              <a:t>出典: Thunder Compute公式ブログ(2026-08-19)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資金の使い道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Yu Gothic"/>
              </a:rPr>
              <a:t>技術拡張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B80"/>
                </a:solidFill>
                <a:latin typeface="Yu Gothic"/>
              </a:rPr>
              <a:t>仮想化技術のエンタープライズ向け拡張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Yu Gothic"/>
              </a:rPr>
              <a:t>人材増強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B80"/>
                </a:solidFill>
                <a:latin typeface="Yu Gothic"/>
              </a:rPr>
              <a:t>インフラエンジニアリングチームの増員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Yu Gothic"/>
              </a:rPr>
              <a:t>商業提携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B80"/>
                </a:solidFill>
                <a:latin typeface="Yu Gothic"/>
              </a:rPr>
              <a:t>企業との提携加速による効率化推進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創業者について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Carl Peterson氏、Bain &amp; Companyのコンサルタント出身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Brian Model氏、Citadel Securitiesのクオンツ開発者出身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2022年に共同でThunder Computeを設立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出典: SiliconANGLE(2026-08-19)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調達額・投資家・GPU使用率の統計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創業者の経歴・設立年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今回のラウンドの具体的な企業評価額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今回のラウンドにおける具体的な企業評価額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同社の現在の顧客数・具体的な導入企業名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Cast AIレポートの調査対象企業数・調査方法の詳細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CE6F5"/>
                </a:solidFill>
                <a:latin typeface="Yu Gothic"/>
              </a:rPr>
              <a:t>発表日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7B4FFF"/>
                </a:solidFill>
                <a:latin typeface="Yu Gothic"/>
              </a:rPr>
              <a:t>2026年8月19日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着手日から6日前の情報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C0D8"/>
                </a:solidFill>
                <a:latin typeface="Yu Gothic"/>
              </a:rPr>
              <a:t>出典: Thunder Compute公式ブログ(2026-08-19)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従来型 vs Thunder Computeの発想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Yu Gothic"/>
              </a:rPr>
              <a:t>従来型(GPU不足への対応)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6202E"/>
                </a:solidFill>
                <a:latin typeface="Yu Gothic"/>
              </a:rPr>
              <a:t>新規GPUの調達を優先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6202E"/>
                </a:solidFill>
                <a:latin typeface="Yu Gothic"/>
              </a:rPr>
              <a:t>設備投資の拡大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Yu Gothic"/>
              </a:rPr>
              <a:t>Thunder Computeの発想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6202E"/>
                </a:solidFill>
                <a:latin typeface="Yu Gothic"/>
              </a:rPr>
              <a:t>既存GPUの稼働率向上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6202E"/>
                </a:solidFill>
                <a:latin typeface="Yu Gothic"/>
              </a:rPr>
              <a:t>仮想化による効率化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投資家の顔ぶれ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Matrix Partnersがリード投資家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Y Combinatorが参加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CEAS Investmentsも参加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メディア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報道日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Thunder Compute公式ブログ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SiliconANGLE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Pulse2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Yahoo Finance/TradingView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GPU使用率5% vs 遊休コンピュート2,000億ドル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Yu Gothic"/>
              </a:rPr>
              <a:t>GPU平均使用率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6202E"/>
                </a:solidFill>
                <a:latin typeface="Yu Gothic"/>
              </a:rPr>
              <a:t>約5%(Cast AI調査)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Yu Gothic"/>
              </a:rPr>
              <a:t>遊休コンピュート規模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6202E"/>
                </a:solidFill>
                <a:latin typeface="Yu Gothic"/>
              </a:rPr>
              <a:t>2,000億ドル相当(Thunder Compute試算)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CE6F5"/>
                </a:solidFill>
                <a:latin typeface="Yu Gothic"/>
              </a:rPr>
              <a:t>設立年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7B4FFF"/>
                </a:solidFill>
                <a:latin typeface="Yu Gothic"/>
              </a:rPr>
              <a:t>2022年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Thunder Computeの設立年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C0D8"/>
                </a:solidFill>
                <a:latin typeface="Yu Gothic"/>
              </a:rPr>
              <a:t>出典: SiliconANGLE(2026-08-19)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今回の調達の3つの注目ポイント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B80"/>
                </a:solidFill>
                <a:latin typeface="Yu Gothic"/>
              </a:rPr>
              <a:t>GPU使用率わずか5%という意外な実態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B80"/>
                </a:solidFill>
                <a:latin typeface="Yu Gothic"/>
              </a:rPr>
              <a:t>『GPU向けのVMware』という独自の技術発想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B80"/>
                </a:solidFill>
                <a:latin typeface="Yu Gothic"/>
              </a:rPr>
              <a:t>著名VCが参加した1,300万ドルの調達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AIインフラ・クラウドコンピューティングに関心がある層に関係する情報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GPU不足問題の別の側面を示す事例としての価値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特定企業の製品利用を強く推奨する意図はない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2022年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Thunder Compute設立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2026年8月19日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1,300万ドルのシリーズA発表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2026年8月25日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本テーマ着手(発表から6日後)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AIインフラ業界の背景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AI需要の急増でGPU確保が世界的な課題に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一方で既存GPUの効率活用も注目され始めている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6202E"/>
                </a:solidFill>
                <a:latin typeface="Yu Gothic"/>
              </a:rPr>
              <a:t>仮想化・最適化領域への投資が広がる可能性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CE6F5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7B4FFF"/>
                </a:solidFill>
                <a:latin typeface="Yu Gothic"/>
              </a:rPr>
              <a:t>GPU使用率約5% 遊休2,000億ドル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Thunder Compute、2026年8月19日発表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C0D8"/>
                </a:solidFill>
                <a:latin typeface="Yu Gothic"/>
              </a:rPr>
              <a:t>出典: Thunder Compute公式ブログ(2026-08-19)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3A5C"/>
                </a:solidFill>
                <a:latin typeface="Yu Gothic"/>
              </a:rPr>
              <a:t>GPU仮想化技術の位置づけ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技術領域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既存の例え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CPU仮想化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従来から普及済み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ストレージ仮想化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従来から普及済み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GPU仮想化(Thunder Compute)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202E"/>
                          </a:solidFill>
                          <a:latin typeface="Yu Gothic"/>
                        </a:defRPr>
                      </a:pPr>
                      <a:r>
                        <a:t>同様の発想を適用する新領域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Yu Gothic"/>
              </a:rPr>
              <a:t>AI Company OS｜出典: Thunder Compute公式ブログ等(2026-08-19)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C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CE6F5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