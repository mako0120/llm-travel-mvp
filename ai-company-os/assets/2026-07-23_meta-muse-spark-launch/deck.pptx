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スコア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Sheet1!$A$2:$A$4</c:f>
              <c:strCache>
                <c:ptCount val="3"/>
                <c:pt idx="0">
                  <c:v>MCP Atlas</c:v>
                </c:pt>
                <c:pt idx="1">
                  <c:v>JobBench</c:v>
                </c:pt>
                <c:pt idx="2">
                  <c:v>Humanity's Last Exam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88.1</c:v>
                </c:pt>
                <c:pt idx="1">
                  <c:v>54.7</c:v>
                </c:pt>
                <c:pt idx="2">
                  <c:v>62.1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>
                  <a:solidFill>
                    <a:srgbClr val="1E2761"/>
                  </a:solidFill>
                  <a:latin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フックとして、Zuckerberg氏が3年ぶりにXに投稿したという事実そのものを冒頭に出す。挨拶ではなく驚きの事実から入る。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起承転結を予告する。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専門用語を最初に整理する。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Zuckerberg氏が3年ぶりにX(旧Twitter)に投稿してこのモデルを発表したことを数字で示す。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発表の概要を表で整理する。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強化点を表で整理する。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長時間タスクをサブエージェントに委譲する仕組みを図で示す。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長時間タスクに対応する100万トークンのコンテキストウィンドウを数字で示す。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3つのベンチマークのスコアをグラフで見せる。いずれもMeta社発表の自社測定値であり、第三者検証済みとは書かれていないことを口頭でも明示する。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料金体系を表で整理する。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新規APIアカウントに付与される無料クレジットを数字で強調する。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利用開始までの流れをステップで見せる。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利用者ごとのアクセス方法を対比で見せる。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複数手順の作業を完了できる対応範囲を図で示す。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バイラル性の核心部分を短く扱う。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市場の反応を正直に伝える。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ここからは推測であることを明言する。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見送った候補も具体的に共有する。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転換パート。ここから実践的な話に入る。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出来事の紹介だけで終わらせず、読み手にとっての意味を扱う。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実際に試す前のチェックリストとして提示する。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実践につながる進め方をステップで見せる。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個人視点も扱う。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不明点を正直に「不明」と明言する。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政治・対立を煽らないという制作方針を明確に伝える。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検品結果を表でまとめる。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出典を短く再掲する。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結のキーメッセージ。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オープンループで次回への引き。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最終スライド。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Zuckerberg氏が3年ぶりにXに投稿した理由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Meta、agentic AIモデル「Muse Spark 1.1」を発表(2026年7月9日)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A3D0"/>
                </a:solidFill>
                <a:latin typeface="Yu Gothic"/>
              </a:rPr>
              <a:t>出典: SiliconANGLE, Dataconomy, Tech Startups, Inc.com(2026-07-09/10)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今日話すこと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起: 前提知識 + 何が起きたか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承: Muse Spark 1.1の中身と料金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転: なぜ今Xに投稿したのか、これは何を意味するか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結: 不明点・リスク配慮・まとめ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まず言葉の整理(初心者向け)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agentic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指示を受けて複数の手順を自律的にこなすAI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コンテキストウィンドウ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AIが一度に扱える情報量の上限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Xへの投稿がなかった期間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3年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Zuckerberg氏が3年ぶりにXに投稿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Inc.com(2026-07-09)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何が起きたか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発表元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2026年7月9日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モデル名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Muse Spark 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発表方法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Zuckerberg氏が3年ぶりにXへ投稿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SiliconANGLE(2026-07-09)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主な強化点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分野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コーディング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前身モデルから強化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ツール利用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大規模なツール利用に対応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コンピュータ操作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デスクトップ・モバイル・ブラウザを操作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マルチモーダル推論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画像等を含む複合的な推論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Dataconomy(2026-07-10)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サブエージェントへの処理委譲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メインエージェント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タスクを受け取る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タスクを分解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複数の作業に分割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サブエージェントが並列実行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複数同時に処理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Campus Technology(2026-07-14)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コンテキストウィンドウ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100万トークン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長時間タスクに対応する情報量の上限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Campus Technology(2026-07-14)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ベンチマーク結果(Meta社発表・自社測定値)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63040"/>
          <a:ext cx="108813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各メディア要約(Meta社発表の自社測定値)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料金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金額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入力(100万トークンあたり)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1.25ドル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出力(100万トークンあたり)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4.25ドル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新規アカウント特典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20ドル分の無料クレジット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 Startups(2026-07-10)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新規アカウント特典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$20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新規登録で20ドル分の無料クレジット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Tech Startups(2026-07-10)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利用を始めるまでの流れ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①アカウント作成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Meta Model APIに登録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②無料クレジット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20ドル分が付与される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③API利用 or アプリ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開発者はAPI、消費者はMeta AIアプリ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誰が、どう使うか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消費者向け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Meta AIアプリの「Thinking」モード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meta.aiでも利用可能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開発者向け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Meta Model API(公開プレビュー)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米国内の開発者からアクセス可能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コンピュータ操作の対応範囲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デスクトップ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モバイル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ブラウザ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 Startups(2026-07-10)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Zuckerberg氏のX投稿について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3年間Xに投稿していなかったZuckerberg氏が、このモデル発表のために投稿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投稿そのものが複数の独立系メディアで個別に報道された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Inc.com(2026-07-09)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市場の反応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発表直後のMeta株価の反応は限定的で、上昇幅は2%にとどまった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話題性の大きさと株式市場の反応は必ずしも一致しない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Inc.com(2026-07-09)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なぜ今このタイミングだったのか(推測)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開発者の獲得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低価格でAPI利用者を増やす狙い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話題作り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3年ぶりの投稿自体が注目を集める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価格競争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競合のマージンに圧力をかける狙い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見送った候補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Kimi K3の蒸留疑惑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国家間の対立構造が強く高リスクのため見送り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Korea IP Officeの事例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一機関の内部利用にとどまり見送り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Frigade Skills等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報道の広がりが限定的なため見送り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AIモデル競争が意味すること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低価格化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利用のハードルが下がる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機能の拡張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できることが増える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選択肢の増加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用途に応じて選べる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これは何を意味するのか(利用者にとって)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agentic AIの選択肢が増え、価格競争も進んでいる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無料クレジットがあるため、まずは小さく試すハードルが低い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試すなら確認したいこと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何に使うか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コーディング・調査・操作のどれに使うか決める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コストの見積もり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入出力トークン数の目安を確認する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無料枠の範囲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20ドル分でどこまで試せるか確認する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実際に試す場合の進め方(目安)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①目的を決める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何をさせたいか明確にする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②無料枠で試す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$20分の範囲で検証する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③コストを見積もる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本格利用時の料金を試算する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個人にとっての影響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agentic AIが日常的なツールの1つになりつつある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料金・機能を比較して選ぶ時代になってきている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不明点・注意点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ベンチマーク数値は自社測定値で、第三者検証の有無は不明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日本語対応・日本国内での提供状況の詳細は確認できなかった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リスク配慮のポイント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事実紹介に徹する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企業の製品発表という事実を淡々と紹介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対立を煽らない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他社比較の誇張はしない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推測は明示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推測部分は「推測」と明言している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検品結果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結果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verify_pptx.py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同一レイアウト連続チェック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bullets比率チェック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対話原稿スライド数整合性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SiliconANGLE / Dataconomy / Campus Technology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Tech Startups / DataCamp / Inc.com / American Bazaar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agentic AIの価格競争が、利用のハードルを下げている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ADCFC"/>
                </a:solidFill>
                <a:latin typeface="Yu Gothic"/>
              </a:rPr>
              <a:t>Muse Spark 1.1は、その象徴的な一例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興味があれば、まずは無料クレジットの範囲で試してみる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次回予告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AIエージェントの進化・価格競争は続くテーマ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次回も独立系メディアの報道をもとに紹介する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定期実行24本目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ご視聴ありがとうございました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ADCFC"/>
                </a:solidFill>
                <a:latin typeface="Yu Gothic"/>
              </a:rPr>
              <a:t>出典・詳細はresearch.mdと各スライドの出典表記を参照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質問・フィードバックはいつでもどうぞ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