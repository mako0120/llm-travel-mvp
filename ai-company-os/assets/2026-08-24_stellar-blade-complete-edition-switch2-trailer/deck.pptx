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2026年8月24日、SHIFT UPが『Stellar Blade Complete Edition』のNintendo Switch 2版新トレーラーを公開しました。何が明らかになったのか、出典付きで正確に整理してお届けします。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結論から確認します。『Stellar Blade Complete Edition』のSwitch 2版新トレーラーが公開され、Joy-Con 2のモーション操作に対応することが明らかになりました。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今日は6つの流れでお伝えします。作品情報から今回のトレーラー、収録内容まで、正確に事実を引用しながら整理します。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このテーマを扱う理由です。人気タイトルの新展開に注目しました。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『Stellar Blade』の基本情報です。既にPS5・PC版が発売済みの人気タイトルです。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『Stellar Blade』とは何かを確認します。もともとPS5独占だった人気タイトルです。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2版では、Joy-Con 2のモーション操作機能に対応することが分かりました。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発表から発売までの流れを図にしました。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Editionとは何かを確認します。追加コンテンツをまとめて収録した拡張版です。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収録内容です。他作品とのコラボDLCが含まれています。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もう一つの収録内容です。ゲーム内アイテムが充実しています。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収録内容をまとめました。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ゲームプレイの特徴です。カスタマイズ可能な育成要素が魅力の一つです。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PS5・PC版は既に発売済みで、今回のSwitch 2版はこれに続く新展開です。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ゲーム動向を追う立場にとっての意味です。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既存プラットフォームと今回発表されたSwitch 2版を対比しました。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複数の独立した海外ゲーム専門メディアが同一の事実を報じていることを確認しています。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発売時期は2026年後半予定とされていますが、具体的な日付はまだ発表されていません。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拡張パックには2作品分のコラボDLCが収録されています。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他プラットフォームとの対応状況をまとめました。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本編のみの場合とComplete Editionの違いを対比しました。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『Stellar Blade』と『NIKKE』は、いずれもSHIFT UPが開発する自社作品です。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UPという開発会社について確認します。自社作品同士のコラボを積極的に展開しています。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本編のまとめです。『Stellar Blade Complete Edition』のSwitch 2版発表について、出典付きで整理してお伝えしました。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本編は以上です。今回は『Stellar Blade Complete Edition』のSwitch 2版発表について、その中身を正確に整理してお伝えしました。数字は出典どおりに扱い、確認できなかったことは正直にお伝えしました。次回もまた出典付きでお届けします。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『Stellar Blade』</a:t>
            </a:r>
          </a:p>
          <a:p>
            <a:pPr algn="l">
              <a:lnSpc>
                <a:spcPct val="115000"/>
              </a:lnSpc>
            </a:pPr>
            <a:r>
              <a:rPr sz="4200" b="1">
                <a:solidFill>
                  <a:srgbClr val="FFFFFF"/>
                </a:solidFill>
                <a:latin typeface="Yu Gothic"/>
              </a:rPr>
              <a:t>Switch 2版、</a:t>
            </a:r>
          </a:p>
          <a:p>
            <a:pPr algn="l">
              <a:lnSpc>
                <a:spcPct val="115000"/>
              </a:lnSpc>
            </a:pPr>
            <a:r>
              <a:rPr sz="4200" b="1">
                <a:solidFill>
                  <a:srgbClr val="FFFFFF"/>
                </a:solidFill>
                <a:latin typeface="Yu Gothic"/>
              </a:rPr>
              <a:t>新トレーラー公開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RPG Site・Nintendo Everything(2026年8月24日)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Switch 2版トレーラー公開 Joy-Con 2モーション操作に対応</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発売時期は「2026年後半」予定(2026年8月24日発表)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RPG Site(2026-08-24)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『Stellar Blade』の基本情報を確認する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今回のトレーラーの内容を確認する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『Complete Edition』の収録内容を確認する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発売時期について確認する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着手日当日(2026年8月24日)、海外の複数のゲーム専門メディアが一斉に報じた話題である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人気タイトルの新プラットフォームへの展開という、注目度の高い出来事である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複数の独立したメディアが同じ中心事実を報じており、情報の一貫性を確認できた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RPG Site・Nintendo Everything(2026-08-24)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『Stellar Blade』の基本情報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開発元</a:t>
                      </a:r>
                    </a:p>
                  </a:txBody>
                  <a:tcPr>
                    <a:solidFill>
                      <a:srgbClr val="FFFFFF"/>
                    </a:solidFill>
                  </a:tcPr>
                </a:tc>
                <a:tc>
                  <a:txBody>
                    <a:bodyPr/>
                    <a:lstStyle/>
                    <a:p>
                      <a:pPr>
                        <a:defRPr sz="1200">
                          <a:solidFill>
                            <a:srgbClr val="20261F"/>
                          </a:solidFill>
                          <a:latin typeface="Yu Gothic"/>
                        </a:defRPr>
                      </a:pPr>
                      <a:r>
                        <a:t>SHIFT UP(韓国)</a:t>
                      </a:r>
                    </a:p>
                  </a:txBody>
                  <a:tcPr>
                    <a:solidFill>
                      <a:srgbClr val="FFFFFF"/>
                    </a:solidFill>
                  </a:tcPr>
                </a:tc>
              </a:tr>
              <a:tr h="502920">
                <a:tc>
                  <a:txBody>
                    <a:bodyPr/>
                    <a:lstStyle/>
                    <a:p>
                      <a:pPr>
                        <a:defRPr sz="1200">
                          <a:solidFill>
                            <a:srgbClr val="20261F"/>
                          </a:solidFill>
                          <a:latin typeface="Yu Gothic"/>
                        </a:defRPr>
                      </a:pPr>
                      <a:r>
                        <a:t>ジャンル</a:t>
                      </a:r>
                    </a:p>
                  </a:txBody>
                  <a:tcPr>
                    <a:solidFill>
                      <a:srgbClr val="F4F1E6"/>
                    </a:solidFill>
                  </a:tcPr>
                </a:tc>
                <a:tc>
                  <a:txBody>
                    <a:bodyPr/>
                    <a:lstStyle/>
                    <a:p>
                      <a:pPr>
                        <a:defRPr sz="1200">
                          <a:solidFill>
                            <a:srgbClr val="20261F"/>
                          </a:solidFill>
                          <a:latin typeface="Yu Gothic"/>
                        </a:defRPr>
                      </a:pPr>
                      <a:r>
                        <a:t>アクションアドベンチャー</a:t>
                      </a:r>
                    </a:p>
                  </a:txBody>
                  <a:tcPr>
                    <a:solidFill>
                      <a:srgbClr val="F4F1E6"/>
                    </a:solidFill>
                  </a:tcPr>
                </a:tc>
              </a:tr>
              <a:tr h="502920">
                <a:tc>
                  <a:txBody>
                    <a:bodyPr/>
                    <a:lstStyle/>
                    <a:p>
                      <a:pPr>
                        <a:defRPr sz="1200">
                          <a:solidFill>
                            <a:srgbClr val="20261F"/>
                          </a:solidFill>
                          <a:latin typeface="Yu Gothic"/>
                        </a:defRPr>
                      </a:pPr>
                      <a:r>
                        <a:t>既存プラットフォーム</a:t>
                      </a:r>
                    </a:p>
                  </a:txBody>
                  <a:tcPr>
                    <a:solidFill>
                      <a:srgbClr val="FFFFFF"/>
                    </a:solidFill>
                  </a:tcPr>
                </a:tc>
                <a:tc>
                  <a:txBody>
                    <a:bodyPr/>
                    <a:lstStyle/>
                    <a:p>
                      <a:pPr>
                        <a:defRPr sz="1200">
                          <a:solidFill>
                            <a:srgbClr val="20261F"/>
                          </a:solidFill>
                          <a:latin typeface="Yu Gothic"/>
                        </a:defRPr>
                      </a:pPr>
                      <a:r>
                        <a:t>PlayStation 5・PC</a:t>
                      </a:r>
                    </a:p>
                  </a:txBody>
                  <a:tcPr>
                    <a:solidFill>
                      <a:srgbClr val="FFFFFF"/>
                    </a:solidFill>
                  </a:tcPr>
                </a:tc>
              </a:tr>
              <a:tr h="502920">
                <a:tc>
                  <a:txBody>
                    <a:bodyPr/>
                    <a:lstStyle/>
                    <a:p>
                      <a:pPr>
                        <a:defRPr sz="1200">
                          <a:solidFill>
                            <a:srgbClr val="20261F"/>
                          </a:solidFill>
                          <a:latin typeface="Yu Gothic"/>
                        </a:defRPr>
                      </a:pPr>
                      <a:r>
                        <a:t>今回の発表</a:t>
                      </a:r>
                    </a:p>
                  </a:txBody>
                  <a:tcPr>
                    <a:solidFill>
                      <a:srgbClr val="F4F1E6"/>
                    </a:solidFill>
                  </a:tcPr>
                </a:tc>
                <a:tc>
                  <a:txBody>
                    <a:bodyPr/>
                    <a:lstStyle/>
                    <a:p>
                      <a:pPr>
                        <a:defRPr sz="1200">
                          <a:solidFill>
                            <a:srgbClr val="20261F"/>
                          </a:solidFill>
                          <a:latin typeface="Yu Gothic"/>
                        </a:defRPr>
                      </a:pPr>
                      <a:r>
                        <a:t>Nintendo Switch 2版の新トレーラー</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RPG Site(2026-08-24)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『Stellar Blade』とは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前提知識を確認します。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韓国のゲーム開発会社SHIFT UPが開発したアクションアドベンチャーゲームである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2024年にPlayStation 5独占タイトルとして発売され、その後PC版も発売された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今回、Nintendo Switch 2への移植版が発表された形である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Joy-Con 2対応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モーション操作対応 Joy-Con 2の機能を一部アクティビティで活用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Switch 2版ならではの新要素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RPG Site(2026-08-24)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発表から発売までの流れ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2024年、PS5独占で発売</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その後PC版も発売</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8月24日、Switch 2版新トレーラー公開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Joy-Con 2対応が明らかに</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2026年後半、Switch 2版発売予定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具体的な発売日は未発表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発表から発売までの流れ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RPG Site(2026-08-24)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新トレーラー公開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Switch 2版の映像を初公開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Joy-Con 2対応を発表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モーション操作に対応</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発売時期を『2026年後半』と発表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具体的な日付は未定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「Complete Edition」とは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前提知識を確認します。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基本のゲーム本編に加えて、追加コンテンツ(DLC)やコラボアイテム等をまとめて収録した拡張版のことである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今回のSwitch 2版はこの『Complete Edition』として発売される予定である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他プラットフォーム版との詳細な内容比較は、本調査の範囲では確認できていない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確定していること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Joy-Con 2モーション操作対応</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『Complete Edition』の収録内容</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発売時期は『2026年後半』予定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具体的な発売日</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Switch 2版の価格</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『Complete Edition』の収録内容(1)</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収録内容を確認します。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本編に加えて拡張パックを収録している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拡張パックには『NieR:Automata』コラボDLC・『勝利の女神:NIKKE』コラボDLCが含まれる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異なるゲーム作品同士のコラボは、近年のゲーム業界でよく見られる販促手法の一つである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noisypixel.net(2026-08-24)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『Complete Edition』の収録内容(2)</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もう一つの収録内容です。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モバイルゲーム『勝利の女神:NIKKE』内で使えるStellar Bladeコスチュームのコードが含まれる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ドローン用コスメティックアイテムが含まれる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キャラクター「イヴ」向けの衣装が含まれる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noisypixel.net(2026-08-24)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『Complete Edition』収録内容まとめ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本編</a:t>
                      </a:r>
                    </a:p>
                  </a:txBody>
                  <a:tcPr>
                    <a:solidFill>
                      <a:srgbClr val="FFFFFF"/>
                    </a:solidFill>
                  </a:tcPr>
                </a:tc>
                <a:tc>
                  <a:txBody>
                    <a:bodyPr/>
                    <a:lstStyle/>
                    <a:p>
                      <a:pPr>
                        <a:defRPr sz="1200">
                          <a:solidFill>
                            <a:srgbClr val="20261F"/>
                          </a:solidFill>
                          <a:latin typeface="Yu Gothic"/>
                        </a:defRPr>
                      </a:pPr>
                      <a:r>
                        <a:t>『Stellar Blade』ゲーム本編</a:t>
                      </a:r>
                    </a:p>
                  </a:txBody>
                  <a:tcPr>
                    <a:solidFill>
                      <a:srgbClr val="FFFFFF"/>
                    </a:solidFill>
                  </a:tcPr>
                </a:tc>
              </a:tr>
              <a:tr h="502920">
                <a:tc>
                  <a:txBody>
                    <a:bodyPr/>
                    <a:lstStyle/>
                    <a:p>
                      <a:pPr>
                        <a:defRPr sz="1200">
                          <a:solidFill>
                            <a:srgbClr val="20261F"/>
                          </a:solidFill>
                          <a:latin typeface="Yu Gothic"/>
                        </a:defRPr>
                      </a:pPr>
                      <a:r>
                        <a:t>拡張パック</a:t>
                      </a:r>
                    </a:p>
                  </a:txBody>
                  <a:tcPr>
                    <a:solidFill>
                      <a:srgbClr val="F4F1E6"/>
                    </a:solidFill>
                  </a:tcPr>
                </a:tc>
                <a:tc>
                  <a:txBody>
                    <a:bodyPr/>
                    <a:lstStyle/>
                    <a:p>
                      <a:pPr>
                        <a:defRPr sz="1200">
                          <a:solidFill>
                            <a:srgbClr val="20261F"/>
                          </a:solidFill>
                          <a:latin typeface="Yu Gothic"/>
                        </a:defRPr>
                      </a:pPr>
                      <a:r>
                        <a:t>『NieR:Automata』DLC・『勝利の女神:NIKKE』DLC</a:t>
                      </a:r>
                    </a:p>
                  </a:txBody>
                  <a:tcPr>
                    <a:solidFill>
                      <a:srgbClr val="F4F1E6"/>
                    </a:solidFill>
                  </a:tcPr>
                </a:tc>
              </a:tr>
              <a:tr h="502920">
                <a:tc>
                  <a:txBody>
                    <a:bodyPr/>
                    <a:lstStyle/>
                    <a:p>
                      <a:pPr>
                        <a:defRPr sz="1200">
                          <a:solidFill>
                            <a:srgbClr val="20261F"/>
                          </a:solidFill>
                          <a:latin typeface="Yu Gothic"/>
                        </a:defRPr>
                      </a:pPr>
                      <a:r>
                        <a:t>コラボアイテム</a:t>
                      </a:r>
                    </a:p>
                  </a:txBody>
                  <a:tcPr>
                    <a:solidFill>
                      <a:srgbClr val="FFFFFF"/>
                    </a:solidFill>
                  </a:tcPr>
                </a:tc>
                <a:tc>
                  <a:txBody>
                    <a:bodyPr/>
                    <a:lstStyle/>
                    <a:p>
                      <a:pPr>
                        <a:defRPr sz="1200">
                          <a:solidFill>
                            <a:srgbClr val="20261F"/>
                          </a:solidFill>
                          <a:latin typeface="Yu Gothic"/>
                        </a:defRPr>
                      </a:pPr>
                      <a:r>
                        <a:t>NIKKE内で使えるコスチュームコード</a:t>
                      </a:r>
                    </a:p>
                  </a:txBody>
                  <a:tcPr>
                    <a:solidFill>
                      <a:srgbClr val="FFFFFF"/>
                    </a:solidFill>
                  </a:tcPr>
                </a:tc>
              </a:tr>
              <a:tr h="502920">
                <a:tc>
                  <a:txBody>
                    <a:bodyPr/>
                    <a:lstStyle/>
                    <a:p>
                      <a:pPr>
                        <a:defRPr sz="1200">
                          <a:solidFill>
                            <a:srgbClr val="20261F"/>
                          </a:solidFill>
                          <a:latin typeface="Yu Gothic"/>
                        </a:defRPr>
                      </a:pPr>
                      <a:r>
                        <a:t>その他</a:t>
                      </a:r>
                    </a:p>
                  </a:txBody>
                  <a:tcPr>
                    <a:solidFill>
                      <a:srgbClr val="F4F1E6"/>
                    </a:solidFill>
                  </a:tcPr>
                </a:tc>
                <a:tc>
                  <a:txBody>
                    <a:bodyPr/>
                    <a:lstStyle/>
                    <a:p>
                      <a:pPr>
                        <a:defRPr sz="1200">
                          <a:solidFill>
                            <a:srgbClr val="20261F"/>
                          </a:solidFill>
                          <a:latin typeface="Yu Gothic"/>
                        </a:defRPr>
                      </a:pPr>
                      <a:r>
                        <a:t>ドローン用コスメティック・イヴ向け衣装</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noisypixel.net(2026-08-24)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ゲームプレイの特徴</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ゲームプレイの特徴を確認します。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カスタマイズ可能なスキル・装備・戦闘ビルドによるキャラクター育成要素がある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本格的なボス戦を攻略する上で、この育成要素が重要になるとされる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アクションアドベンチャーとしての完成度の高さが人気の一因とみられる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RPG Site(2026-08-24)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既存プラットフォームでの発売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既に発売済み PlayStation 5・PC版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Switch 2版はこれに続く新展開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RPG Site(2026-08-24)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視聴者にとっての意味—ゲーム動向を追う立場として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人気タイトルの新プラットフォーム展開を、具体的な情報とともに把握できる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『Complete Edition』『コラボDLC』といったゲーム業界の用語を実例を通じて学べる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確定した情報と、確認できていないこと(発売日・価格等)を区別する視点が役立つ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Switch 2への移植という動き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業界内での位置づけを確認します。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他機種で人気を博したタイトルがNintendo Switch 2へ移植される事例が増えている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新たなプレイヤー層への訴求を狙った動きの一つと考えられる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ただし具体的な販売戦略・予測は本調査の範囲では確認できていない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PS5・PC版 vs Switch 2版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PS5・PC版(既存)</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2024年から発売済み</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Switch 2版(今回発表)</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Joy-Con 2モーション操作に対応</a:t>
            </a:r>
          </a:p>
        </p:txBody>
      </p:sp>
      <p:sp>
        <p:nvSpPr>
          <p:cNvPr id="16" name="Oval 15"/>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2026年後半発売予定</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Switch 2版の具体的な発売日は本調査時点では未発表である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Switch 2版の価格は確認できていない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本テーマは各情報源への直接アクセスではなく、検索結果の要約に基づいて調査している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主な情報源</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報道内容</a:t>
                      </a:r>
                    </a:p>
                  </a:txBody>
                  <a:tcPr>
                    <a:solidFill>
                      <a:srgbClr val="24523F"/>
                    </a:solidFill>
                  </a:tcPr>
                </a:tc>
              </a:tr>
              <a:tr h="502920">
                <a:tc>
                  <a:txBody>
                    <a:bodyPr/>
                    <a:lstStyle/>
                    <a:p>
                      <a:pPr>
                        <a:defRPr sz="1200">
                          <a:solidFill>
                            <a:srgbClr val="20261F"/>
                          </a:solidFill>
                          <a:latin typeface="Yu Gothic"/>
                        </a:defRPr>
                      </a:pPr>
                      <a:r>
                        <a:t>RPG Site(2026-08-24)</a:t>
                      </a:r>
                    </a:p>
                  </a:txBody>
                  <a:tcPr>
                    <a:solidFill>
                      <a:srgbClr val="FFFFFF"/>
                    </a:solidFill>
                  </a:tcPr>
                </a:tc>
                <a:tc>
                  <a:txBody>
                    <a:bodyPr/>
                    <a:lstStyle/>
                    <a:p>
                      <a:pPr>
                        <a:defRPr sz="1200">
                          <a:solidFill>
                            <a:srgbClr val="20261F"/>
                          </a:solidFill>
                          <a:latin typeface="Yu Gothic"/>
                        </a:defRPr>
                      </a:pPr>
                      <a:r>
                        <a:t>Joy-Con 2対応・発売時期</a:t>
                      </a:r>
                    </a:p>
                  </a:txBody>
                  <a:tcPr>
                    <a:solidFill>
                      <a:srgbClr val="FFFFFF"/>
                    </a:solidFill>
                  </a:tcPr>
                </a:tc>
              </a:tr>
              <a:tr h="502920">
                <a:tc>
                  <a:txBody>
                    <a:bodyPr/>
                    <a:lstStyle/>
                    <a:p>
                      <a:pPr>
                        <a:defRPr sz="1200">
                          <a:solidFill>
                            <a:srgbClr val="20261F"/>
                          </a:solidFill>
                          <a:latin typeface="Yu Gothic"/>
                        </a:defRPr>
                      </a:pPr>
                      <a:r>
                        <a:t>Nintendo Everything(2026-08-24)</a:t>
                      </a:r>
                    </a:p>
                  </a:txBody>
                  <a:tcPr>
                    <a:solidFill>
                      <a:srgbClr val="F4F1E6"/>
                    </a:solidFill>
                  </a:tcPr>
                </a:tc>
                <a:tc>
                  <a:txBody>
                    <a:bodyPr/>
                    <a:lstStyle/>
                    <a:p>
                      <a:pPr>
                        <a:defRPr sz="1200">
                          <a:solidFill>
                            <a:srgbClr val="20261F"/>
                          </a:solidFill>
                          <a:latin typeface="Yu Gothic"/>
                        </a:defRPr>
                      </a:pPr>
                      <a:r>
                        <a:t>トレーラー公開の速報</a:t>
                      </a:r>
                    </a:p>
                  </a:txBody>
                  <a:tcPr>
                    <a:solidFill>
                      <a:srgbClr val="F4F1E6"/>
                    </a:solidFill>
                  </a:tcPr>
                </a:tc>
              </a:tr>
              <a:tr h="502920">
                <a:tc>
                  <a:txBody>
                    <a:bodyPr/>
                    <a:lstStyle/>
                    <a:p>
                      <a:pPr>
                        <a:defRPr sz="1200">
                          <a:solidFill>
                            <a:srgbClr val="20261F"/>
                          </a:solidFill>
                          <a:latin typeface="Yu Gothic"/>
                        </a:defRPr>
                      </a:pPr>
                      <a:r>
                        <a:t>noisypixel.net(2026-08-24)</a:t>
                      </a:r>
                    </a:p>
                  </a:txBody>
                  <a:tcPr>
                    <a:solidFill>
                      <a:srgbClr val="FFFFFF"/>
                    </a:solidFill>
                  </a:tcPr>
                </a:tc>
                <a:tc>
                  <a:txBody>
                    <a:bodyPr/>
                    <a:lstStyle/>
                    <a:p>
                      <a:pPr>
                        <a:defRPr sz="1200">
                          <a:solidFill>
                            <a:srgbClr val="20261F"/>
                          </a:solidFill>
                          <a:latin typeface="Yu Gothic"/>
                        </a:defRPr>
                      </a:pPr>
                      <a:r>
                        <a:t>Complete Edition収録内容の詳細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ゲーム動向を追う立場として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人気タイトルの新展開を、具体的な情報とともに把握できる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Switch 2ユーザーの立場として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今後のプラットフォームでの新作展開の実例として参考になる(購入推奨ではない)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確定した情報と、確認できていない発売日・価格等を明確に区別する視点が役立つ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発売時期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2026年後半予定 Switch 2版の発売時期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具体的な日付は本調査時点では未発表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RPG Site・Shane the Gamer(2026-08-24)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コラボDLCの数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2作品分 NieR:AutomataとNIKKEのコラボDLC</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拡張パックに収録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noisypixel.net(2026-08-24)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他プラットフォームとの対応状況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プラットフォーム</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PlayStation 5</a:t>
                      </a:r>
                    </a:p>
                  </a:txBody>
                  <a:tcPr>
                    <a:solidFill>
                      <a:srgbClr val="FFFFFF"/>
                    </a:solidFill>
                  </a:tcPr>
                </a:tc>
                <a:tc>
                  <a:txBody>
                    <a:bodyPr/>
                    <a:lstStyle/>
                    <a:p>
                      <a:pPr>
                        <a:defRPr sz="1200">
                          <a:solidFill>
                            <a:srgbClr val="20261F"/>
                          </a:solidFill>
                          <a:latin typeface="Yu Gothic"/>
                        </a:defRPr>
                      </a:pPr>
                      <a:r>
                        <a:t>発売済み(2024年〜)</a:t>
                      </a:r>
                    </a:p>
                  </a:txBody>
                  <a:tcPr>
                    <a:solidFill>
                      <a:srgbClr val="FFFFFF"/>
                    </a:solidFill>
                  </a:tcPr>
                </a:tc>
              </a:tr>
              <a:tr h="502920">
                <a:tc>
                  <a:txBody>
                    <a:bodyPr/>
                    <a:lstStyle/>
                    <a:p>
                      <a:pPr>
                        <a:defRPr sz="1200">
                          <a:solidFill>
                            <a:srgbClr val="20261F"/>
                          </a:solidFill>
                          <a:latin typeface="Yu Gothic"/>
                        </a:defRPr>
                      </a:pPr>
                      <a:r>
                        <a:t>PC</a:t>
                      </a:r>
                    </a:p>
                  </a:txBody>
                  <a:tcPr>
                    <a:solidFill>
                      <a:srgbClr val="F4F1E6"/>
                    </a:solidFill>
                  </a:tcPr>
                </a:tc>
                <a:tc>
                  <a:txBody>
                    <a:bodyPr/>
                    <a:lstStyle/>
                    <a:p>
                      <a:pPr>
                        <a:defRPr sz="1200">
                          <a:solidFill>
                            <a:srgbClr val="20261F"/>
                          </a:solidFill>
                          <a:latin typeface="Yu Gothic"/>
                        </a:defRPr>
                      </a:pPr>
                      <a:r>
                        <a:t>発売済み</a:t>
                      </a:r>
                    </a:p>
                  </a:txBody>
                  <a:tcPr>
                    <a:solidFill>
                      <a:srgbClr val="F4F1E6"/>
                    </a:solidFill>
                  </a:tcPr>
                </a:tc>
              </a:tr>
              <a:tr h="502920">
                <a:tc>
                  <a:txBody>
                    <a:bodyPr/>
                    <a:lstStyle/>
                    <a:p>
                      <a:pPr>
                        <a:defRPr sz="1200">
                          <a:solidFill>
                            <a:srgbClr val="20261F"/>
                          </a:solidFill>
                          <a:latin typeface="Yu Gothic"/>
                        </a:defRPr>
                      </a:pPr>
                      <a:r>
                        <a:t>Nintendo Switch 2</a:t>
                      </a:r>
                    </a:p>
                  </a:txBody>
                  <a:tcPr>
                    <a:solidFill>
                      <a:srgbClr val="FFFFFF"/>
                    </a:solidFill>
                  </a:tcPr>
                </a:tc>
                <a:tc>
                  <a:txBody>
                    <a:bodyPr/>
                    <a:lstStyle/>
                    <a:p>
                      <a:pPr>
                        <a:defRPr sz="1200">
                          <a:solidFill>
                            <a:srgbClr val="20261F"/>
                          </a:solidFill>
                          <a:latin typeface="Yu Gothic"/>
                        </a:defRPr>
                      </a:pPr>
                      <a:r>
                        <a:t>2026年後半発売予定(新トレーラー公開)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RPG Site(2026-08-24)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本編のみ vs Complete Edition</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本編のみ</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ゲーム本編のみ</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Complete Edition(Switch 2版)</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本編+拡張パック(コラボDLC2種)</a:t>
            </a:r>
          </a:p>
        </p:txBody>
      </p:sp>
      <p:sp>
        <p:nvSpPr>
          <p:cNvPr id="16" name="Oval 15"/>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コラボアイテム・コスメティック類も収録</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自社コラボの活用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自社2作品を横断 『Stellar Blade』と『NIKKE』のコラボ</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SHIFT UPが両作品とも開発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本調査による整理</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SHIFT UPという開発会社について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開発会社について確認します。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SHIFT UPは韓国のゲーム開発会社である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『Stellar Blade』のほか、モバイルゲーム『勝利の女神:NIKKE』も同社の開発作品である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自社の複数作品をまたいだコラボ展開を行っている点が特徴的である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2026年8月24日、SHIFT UPが『Stellar Blade Complete Edition』のNintendo Switch 2版新トレーラーを公開した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Joy-Con 2のモーション操作に対応することが明らかになった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『Complete Edition』には本編に加え、他作品とのコラボDLC等が収録される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発売時期は『2026年後半』予定で、具体的な日付・価格は未発表である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RPG Site・Nintendo Everything等(2026-08-24)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『Stellar Blade』Switch 2版、新トレーラー公開。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2026年8月24日、SHIFT UPが『Stellar Blade Complete Edition』のNintendo Switch 2版新トレーラーを公開しました。Joy-Con 2対応という新要素を、出典付きで整理してお届けしました。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