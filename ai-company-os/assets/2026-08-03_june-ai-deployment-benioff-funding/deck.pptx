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マーク・ベニオフ氏が2,000万ドルを賭けたのは、AIの『導入問題』を解くAIでした。AI企業Juneが、著名投資家の支援でプレシード調達を発表しました。今日はこの話題をお届けします。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今日わかることは6つです。何が起きたのか、Juneとはどんな会社か、『AIの導入問題』とは何か、参加した著名投資家、確認できたこと・できなかったこと、そして今後の見通しです。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何が起きたのか整理します。Juneが2026年8月3日、マーク・ベニオフ氏のTime Ventures主導で2,000万ドルを調達したと発表しました。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調達額はこちら、2,000万ドルです。プレシード段階としては非常に注目度の高い規模です。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調達概要を表にまとめました。企業名はJune、主導投資家はマーク・ベニオフ氏のTime Venturesです。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Juneとはどんな会社か紹介します。元Salesforce幹部らが創業し、企業のAI導入の難しさという課題の解決を目指しています。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『AIの導入問題』とは何か概要で紹介します。AIツールを確実に稼働させることの難しさから、専門家が支援する需要が高まっているとされています。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フォワード・デプロイド・エンジニア、FDEとは何か見ていきます。企業に常駐してAIシステムの立ち上げを支援する専門家のことです。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Juneが目指す自動化を概要で示します。従来は人手で行われていたFDE支援の一部を、AIで自動化することを目指しています。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創業チームです。元Salesforce幹部のエフラット・ラポポート氏ら4名が共同創業しています。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改めて数字を確認します。創業チームは4名で構成されています。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参加した著名投資家を紹介します。マーク・ベニオフ氏に加え、マイケル・デル氏、アーロン・レヴィー氏、ジョージ・カーツ氏が参加しています。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ここで確認できたこと・できなかったことを正直に整理します。調達額等は複数媒体で一致していますが、具体的な製品仕様の詳細は確認できていません。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資金の使途を概要で示します。製品開発、人材採用、顧客開拓に充てられるとみられます。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鮮度について確認します。本発表は着手日の前日であり、鮮度基準を満たしています。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主導投資家を確認します。マーク・ベニオフ氏の投資ビークル、Time Venturesが主導しています。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AI導入支援サービスの潮流を概要で紹介します。AIツールの普及とともに、導入支援サービスへの需要が拡大しているとされています。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初心者向けにAI導入支援を説明します。AIツールを選ぶだけでなく、実際に業務で確実に動くようにする工程が重要とされています。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出典一覧です。TechCrunch・Yahoo Finance・bitcoinworld.co.inという、独立した複数の技術・金融専門媒体です。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調達概要を再確認します。Juneが、マーク・ベニオフ氏のTime Ventures主導で2,000万ドルを調達しました。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既存テーマとの関係を確認しました。Juneを主題として扱った既存テーマはなく、重複ではありません。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ここからは推測です。AI導入支援分野への投資がさらに拡大する可能性があります。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参加した著名投資家数を確認します。マーク・ベニオフ氏を含め、4名以上の著名テック起業家が参加しています。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従来のAI導入とJuneのアプローチの違いを概要で比較します。AIによる自動化で、より多くの企業がAIを確実に活用できる状態を目指しています。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今後の展開を概要で示します。製品開発の継続、顧客開拓を経て、業界内での評価が注目されます。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リスクと課題を正直に開示します。具体的な製品仕様・提供開始時期は確認できていません。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本テーマで大切にしたことを紹介します。出典の明記、正直な開示、中立性の3点です。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調達段階を確認します。プレシード段階、つまり本格的な事業拡大の前段階での調達です。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皆さんはこのAI導入支援AI、どう見ますか。企業向けAI導入支援の動き、今後も注目していきましょう。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まとめです。Juneが2026年8月3日、プレシードで2,000万ドルの調達を発表しました。今回もご視聴ありがとうございました。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マーク・ベニオフが2,000万ドルを賭けた、AIの「導入問題」を解くAI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June、マーク・ベニオフ氏らの支援で2,000万ドルのプレシード調達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TechCrunch・Yahoo Finance ほか(2026-08-03)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Juneとはどんな会社か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『AIの導入問題』とは何か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参加した著名投資家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8064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24727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Juneが2026年8月3日、プレシードラウンドで2,000万ドルを調達したと発表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主導投資家はマーク・ベニオフ氏のTime Ventures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創業者は元Salesforce幹部エフラット・ラポポート氏ら4名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企業のAI導入を支援する技術の自動化を目指す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TechCrunch(2026-08-03)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2,000万ドル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プレシードラウンド(2026年8月3日発表)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TechCrunch(2026-08-03)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調達概要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June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2,000万ドル(プレシード)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主導投資家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マーク・ベニオフ氏のTime Ventures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2026年8月3日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創業者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エフラット・ラポポート氏ら4名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Juneとは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創業の背景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元Salesforce幹部エフラット・ラポポート氏らが創業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解決する課題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企業がAIツールを確実に稼働させることの難しさ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目指す姿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『フォワード・デプロイド・エンジニア』の役割をAIで自動化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『AIの導入問題』とは(概要)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1. AIツールの導入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企業が最新のAIツールを導入しようとする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2. 稼働の難しさ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実際に確実に稼働させることが難しいという課題に直面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3. FDEの登場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企業に常駐してAI導入を支援する専門家が増加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4. AIによる自動化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Juneはこの役割自体をAIで自動化することを目指す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フォワード・デプロイド・エンジニア(FDE)とは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企業に常駐してAIシステムの立ち上げを支援する専門家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AIツール導入の複雑さを背景に、この役割の需要が急増しているとされる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専門組織として新たに立ち上がるケースも増えているとされる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Juneはこの役割の一部をAIで自動化することを目指す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TechCrunch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Juneが目指す自動化(概要)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従来: 人手によるFDE支援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専門家が企業に常駐して支援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Juneのアプローチ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AIによる導入支援の自動化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目指す姿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より多くの企業がAIを確実に活用できる状態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創業チーム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氏名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背景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エフラット・ラポポート氏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元Salesforce幹部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オハド・ヘン氏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共同創業者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バラク・ゴールドスタイン氏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共同創業者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イダン・ツィティアット氏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共同創業者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創業者数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4名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元Salesforce幹部を含む共同創業チーム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TechCrunch(2026-08-03)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参加した著名投資家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マーク・ベニオフ氏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Salesforce創業者、Time Ventures主導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マイケル・デル氏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Dell創業者、出資に参加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アーロン・レヴィー氏・ジョージ・カーツ氏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著名テック起業家として出資に参加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確認できたこと・できなかったこと(正直な開示)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調達額・主導投資家・発表日は複数媒体で一致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Juneの具体的な製品仕様・提供開始時期は確認できていない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現在の顧客数・パイロット導入事例の詳細は確認できていない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June公式プレスリリース原文全体までは確認できていない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資金の使途(概要)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製品開発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AI導入自動化技術の開発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人材採用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エンジニアリング体制の拡充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顧客開拓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企業向け導入支援の展開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鮮度についての開示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本発表は着手日の前日(2026年8月3日)である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`docs/06_Content_R&amp;D.md`の鮮度基準(着手日の前日以内)を満たしている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主導投資家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Time 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マーク・ベニオフ氏の投資ビークル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TechCrunch(2026-08-03)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AI導入支援サービスの潮流(概要)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1. AIツールの普及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企業向けAIツールの選択肢が急速に増加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2. 導入の複雑化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確実な稼働までのハードルが高まる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3. 支援サービスの需要増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人手・AIによる導入支援サービスへの需要が拡大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初心者向け: AI導入支援とは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AIツールの選定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企業のニーズに合ったAIツールを選ぶ工程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AIツールの稼働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実際の業務で確実に動くようにする工程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Juneの位置づけ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稼働までの工程をAIで自動化することを目指す企業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TechCrunch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Yahoo Finance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bitcoinworld.co.in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調達概要の再確認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企業名: June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調達額: 2,000万ドル(プレシード)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主導投資家: マーク・ベニオフ氏のTime Ventures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発表日: 2026年8月3日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確認項目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Juneを主題としたテーマ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既存120テーマになし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重複ではない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業界への影響(ここからは推測)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ここからは推測ですが、AI導入支援分野への投資がさらに拡大する可能性がある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著名投資家の参加により、業界内での注目度が高まると見られる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企業向けAI活用の裾野が広がる可能性がある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参加した著名投資家数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4名以上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マーク・ベニオフ氏を含む著名テック起業家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TechCrunch(2026-08-03)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従来のAI導入とJuneのアプローチ(概要)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従来のAI導入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専門家(FDE)が企業に常駐して支援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コストと時間がかかるとされる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Juneのアプローチ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AIによる導入支援の自動化を目指す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より多くの企業がAIを確実に活用できる状態を目指す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今後の展開(概要)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製品開発の継続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AI導入自動化技術の磨き込み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顧客開拓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企業向け導入支援の展開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業界での評価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著名投資家の支援を受けた注目企業として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リスクと課題(正直な開示)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具体的な製品仕様・提供開始時期は確認できていない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現在の顧客数・パイロット導入事例の詳細は未確認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プレシード段階であり、事業の実証はこれからの段階と見られる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本テーマで大切にしたこと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出典の明記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複数の独立した技術・金融専門媒体の情報のみを使用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正直な開示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確認できなかったことを明記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中立性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特定企業・特定製品の利用を強く推奨する結論にはしていない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調達段階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プレシード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本格的な事業拡大の前段階での調達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TechCrunch(2026-08-03)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あなたはこのAI導入支援AI、どう見ますか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企業向けAI導入支援の動き、今後も注目していきましょう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続報が入り次第、改めてお届けします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Juneが2026年8月3日、プレシードで2,000万ドルの調達を発表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主導投資家はマーク・ベニオフ氏のTime Ventures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企業のAI導入を支援する技術の自動化を目指す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マイケル・デル氏らも著名投資家として参加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TechCrunch・Yahoo Finance ほか(2026-08-03)｜定期実行121本目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