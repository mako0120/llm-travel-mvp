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AI企業のCEOが投稿した、ある提案が炎上しました。今日はこの話題を、出典付きで整理してお伝えします。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話題の発端は、OpenAIのCEO、Sam Altman氏の投稿でした。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今日はこの5つの流れでお伝えします。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Altman氏は、こうした活用例をChatGPT Workの一例として紹介しました。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投稿から反論の拡散まで、短時間で話題が広がりました。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これが、話題の発端となった提案の趣旨です。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提案の内容を整理しました。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批判の中心は、貴重な親子の時間をAIに委ねることへの懸念でした。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この一言が、Altman氏の元投稿を上回るエンゲージメントを集めました。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反論そのものが、元の投稿以上に話題になるという現象が起きました。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批判・肯定、両方の意見を公平に整理しました。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この4段階を経て、社会的な議論にまで発展しました。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批判は、効率化そのものよりも『何を効率化すべきか』という点に向けられています。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一方的な批判だけでなく、肯定的な意見も公平に紹介します。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どちらか一方に偏らず、両方の声を公平にお伝えします。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この話題は、まさに今日、着手日当日の出来事です。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特定の育児観や政治的立場を押し付けず、事実として両方の声をお伝えします。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AIが得意なことと、人間同士のつながりに関わることの境界が、今回の議論の核心です。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本テーマの要点をまとめました。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この話題は、着手日当日の出来事です。非常に新しい話題として扱っています。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ここまでの内容を総括します。1つの製品活用例の提案が、AIと人間関係についての大きな議論に発展しました。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ここからは推測です。今後の展開はまだ確定していません。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関連する話題はありますが、切り口はそれぞれ異なります。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確認できたこと・できなかったことを、正直に区別してお伝えします。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これらは確認できておらず、正直にお伝えします。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著名なクリエイターの一言が、話題をさらに大きくしました。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最後にもう一度、最も拡散したこの言葉を振り返ります。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この話題は今後も続きそうです。注目したいポイントを整理しました。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「なぜ、子どもに直接話しかけないの?」というこの一言が拡散した。今日はこの話題をお伝えしました。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今回は、Sam Altman氏の提案が炎上した件をお伝えしました。ご視聴ありがとうございました。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「なぜ、子どもに直接話しかけないの?」——AI CEOへの一言が拡散した。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Sam Altman氏の「ChatGPT家族ポッドキャスト」提案が炎上(2026年8月3日)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The AI Insider・Android Headlines ほか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誰の投稿が話題になったか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OpenAI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Sam Altman氏が、ChatGPT Workの活用例として投稿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The AI Insider(2026-08-03)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何が提案されたのか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どんな批判が起きたのか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最も拡散した反論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肯定的な意見もあること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確認できなかったこと・今後の見通し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何が提案されたのか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2026年8月3日の投稿のポイントです。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新製品『ChatGPT Work』の活用例として投稿された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親が家族の予定をChatGPTに同期させる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子どもの活動・予定・ニュースをまとめる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『朝のポッドキャスト』として自動生成する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23036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12079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学校への送迎中に流せるという想定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The AI Insider(2026-08-03)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炎上までの流れ(概念図)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Altman氏が投稿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571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オンラインで批判が広がる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Alex Hirsch氏が反論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579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53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07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90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反論が元投稿を上回る拡散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“家族の予定を同期させ、子どもの活動・予定・ニュースをまとめた『朝のポッドキャスト』を、送迎中に流せる。”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D3E4F5"/>
                </a:solidFill>
                <a:latin typeface="Yu Gothic"/>
              </a:rPr>
              <a:t>— Sam Altman氏の投稿の趣旨(報道の要約)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提案の内容(整理)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対象製品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ChatGPT Work(新製品)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想定シーン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学校への送迎中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生成する内容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子どもの活動・予定・ニュースの朝のポッドキャスト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どんな批判が起きたのか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巻き起こった批判の主なポイントです。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オンラインで広く嘲笑・批判の対象となった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送迎中は親子の貴重な会話の機会だという指摘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テクノロジーに会話を委ねてしまうことへの懸念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子どものデータのプライバシーへの懸念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Storyboard18・Archyde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“なぜ親は子どもに直接話しかけないのか。”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D3E4F5"/>
                </a:solidFill>
                <a:latin typeface="Yu Gothic"/>
              </a:rPr>
              <a:t>— Alex Hirsch氏(『Gravity Falls』制作者、報道の要約)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最も拡散した反論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元投稿を上回る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Alex Hirsch氏の反論が、Altman氏の元投稿よりも高いエンゲージメントを集めた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Storyboard18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賛否の整理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立場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主な意見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批判的な意見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親子の会話をAIに委ねるべきではない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肯定的な意見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長距離移動時には有用、情報を魅力的に提示できる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共通する論点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子どものデータのプライバシー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炎上の広がり方(概念)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投稿が話題に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批判のコメントが集まる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著名人の反論が拡散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社会的な議論に発展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批判の論点(詳しく)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報道で紹介されている批判の論点です。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送迎中の会話は、親子にとって数少ない貴重な時間だという指摘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AIが人間の会話・つながりを『代替』してしまうことへの懸念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子どもに関するデータをAIサービスに預けることへの懸念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『効率化』が必ずしも良いことではない場面もあるという論調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Archyde・explainx.ai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肯定的な意見(公平に紹介)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長距離移動時の活用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長い移動時間には有用だという意見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情報提示の工夫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子どもにとってより魅力的な形で情報を伝えられるという意見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少数派だが存在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批判が大勢だが、肯定的な意見も一部にある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批判する声 と 擁護する声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批判する声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会話をAIに委ねるべきではない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プライバシーへの懸念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擁護する声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長距離移動時には有用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情報提示の工夫として評価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投稿・炎上が起きた日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2026-08-03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着手日当日の出来事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The AI Insider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本テーマの中立性についての開示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本テーマの取り扱い方についてです。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特定の政治的立場・育児観を推奨する内容ではない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批判する声と肯定する声を対等に紹介している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Altman氏個人への人格攻撃的な表現は使用していない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OpenAIという企業自体への評価とは切り離して、この提案・反応のみを扱っている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AIが代替できること・できないこと(概念図)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情報のまとめ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571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スケジュール管理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会話・つながり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579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53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07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90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この境界が議論の的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本テーマのまとめ表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発言者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Sam Altman氏(OpenAI CEO)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投稿日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2026年8月3日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最も拡散した反論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Alex Hirsch氏『なぜ親は子どもに直接話しかけないのか』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主な論点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AIによる会話の代替、プライバシー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鮮度についての正直な開示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本テーマの鮮度についてです。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投稿・炎上は2026年8月3日、着手日当日である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非常に高い鮮度の話題として扱っている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Altman氏本人の追加対応(投稿の削除・訂正等)は本ラウンドの調査時点では確認できていない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1つの提案 → 大きな議論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AIが家族の会話をどこまで担うべきか、という議論に発展した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今後の見通し(推測であることを明示)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Altman氏の対応を注視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OpenAIの製品説明の変化に注目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AIと育児をめぐる議論の広がり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具体的な展開はまだ不明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似たテーマとの違い(重複ではないことの確認)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70本目との違い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70本目は技術的な安全性インシデント、本テーマは製品活用例をめぐる社会的反応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本テーマの独自性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AI企業CEOの発言が炎上した社会的反応を正面から扱う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既存テーマとの関係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既存83テーマにこの切り口を扱ったものはない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確認できたこと と 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確認できたこと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投稿の趣旨・批判の内容・Hirsch氏の反論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肯定的な意見が一部にあること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確認できなかったこと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投稿・反論の原文全体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Altman氏本人の追加対応の有無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確認できなかったこと(一覧)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正直にお伝えします。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Altman氏・Hirsch氏の投稿原文全体(WebFetchのアクセス制限により複数媒体経由の要約に基づく)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批判的な反応と肯定的な反応の正確な比率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Altman氏本人がこの批判にどう応答したか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話題の広がり方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著名人の反論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『Gravity Falls』制作者という著名なクリエイターの発言が拡散の起点になった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Storyboard18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“なぜ親は子どもに直接話しかけないのか。”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D3E4F5"/>
                </a:solidFill>
                <a:latin typeface="Yu Gothic"/>
              </a:rPr>
              <a:t>— Alex Hirsch氏(報道の要約)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今後注目したいポイント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視聴者の皆さんと一緒に注目したい点です。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Altman氏・OpenAIがこの批判にどう応答するか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AIと育児・家族の会話をめぐる議論が今後どう広がるか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同様の『AIによる代替』提案が他の場面でも議論になるか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具体的な展開はまだ不明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The AI Insider・Android Headlines ほか(2026-08-03報道)｜定期実行84本目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最後に伝えたいこと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1つの提案 → 大きな反響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AIがどこまで人間の会話を担うべきか、考えるきっかけとして記憶しておきたい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AIに任せること、任せないこと。線引きは、まだ議論の途中です。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出典付きで、公平に整理してお届けしました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