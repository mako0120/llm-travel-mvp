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ジェフ・ベゾス氏が賭けたのは、ゲームで賢くなるAIでした。General Intuitionが、ゲームプレイ動画でAIエージェントを訓練する技術で3.2億ドルを調達したと発表しました。今日はこの話題をお届けします。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今日わかることは6つです。何が起きたのか、General Intuitionとはどんな会社か、ゲームプレイ動画でAIを訓練する仕組み、著名投資家の参加、確認できたこと・できなかったこと、そして今後の見通しです。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何が起きたのか整理します。General Intuitionが2026年6月25日、シリーズAで3.2億ドルの調達を発表しました。評価額は23億ドルです。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調達額はこちら、3.2億ドルです。AIスタートアップとしては非常に大きな規模です。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調達概要を表にまとめました。企業名はGeneral Intuition、調達額は3.2億ドル、評価額は23億ドルです。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Intuitionとはどんな会社か紹介します。ゲームプレイ動画データでAIエージェントを訓練する『行動基盤モデル』の開発を目指す企業です。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ゲームプレイ動画でAIを訓練する仕組みを概要で紹介します。動画収集、行動ラベル紐づけ、モデル訓練、実世界への転用という流れです。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Medalプラットフォームの強みを見ていきます。実際のコントローラー入力データが紐づいている点が、観戦動画にはない強みとされています。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技術の応用範囲を概要で示します。現在はゲーム業界向けが中心ですが、将来的にはロボティクス・ドローン・自動運転シミュレーションへの応用を目指しています。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実世界応用の具体例です。わずか8分間の実世界ロボティクスデータで、四足歩行ロボットを前方カメラのみで動かせたとされています。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改めて数字を確認します。シリーズA後の企業評価額は23億ドルです。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参加した著名投資家を紹介します。Khosla Venturesに加え、Google元CEOのエリック・シュミット氏、Amazon創業者のジェフ・ベゾス氏が参加しています。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ここで確認できたこと・できなかったことを正直に整理します。調達額等は複数媒体で一致していますが、商用顧客数等の詳細は確認できていません。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資金調達の流れです。これまでの調達を経て、今回のシリーズAで累計調達額は4.54億ドルに達しました。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鮮度について正直に開示します。本発表は着手日の約40日前であり、鮮度基準を大きく外れています。この点を最大限正直にお伝えします。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累計調達額を確認します。本ラウンドを含めて、開示済みの累計調達額は4.54億ドルです。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AIエージェント訓練の潮流を概要で紹介します。テキストデータから動画データ、そしてゲームデータへと訓練データの幅が広がっているとされています。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初心者向けに行動基盤モデルを説明します。テキストを扱う言語基盤モデルに対し、実世界での行動を予測・生成する基盤モデルのことです。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出典一覧です。TechCrunch・Axios・GamesBeat・Pulse2という、独立した複数の技術・ゲーム業界専門媒体です。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調達概要を再確認します。General Intuitionが、シリーズAで3.2億ドルを調達し、評価額23億ドルに達しました。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既存テーマとの関係を確認しました。General Intuitionを主題として扱った既存テーマはなく、重複ではありません。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ここからは推測です。ゲームデータを活用したAI訓練への注目がさらに高まる可能性があります。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APIオープン化予定を確認します。2026年夏の終わりまでに、より多くの開発者向けにAPIを開放する計画とされています。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観戦動画とゲームプレイ動画の違いを概要で比較します。Medalのデータは、映像と実際の入力が紐づく点が強みとされています。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訓練から実世界応用までの流れを概要で示します。ゲーム内での訓練を経て、少量の実世界データで微調整することで、実際の動作に応用できるとされています。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リスクと課題を正直に開示します。商用顧客数等の詳細な経営指標は確認できていません。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本テーマで大切にしたことを紹介します。出典の明記、正直な開示、中立性の3点です。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微調整データ量を改めて確認します。わずか8分間の実世界データで、四足歩行ロボットを動かせたとされています。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皆さんはこのゲームAI戦略、どう見ますか。ゲームデータを活用したAI訓練、今後も注目していきましょう。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まとめです。General Intuitionが2026年6月25日、シリーズAで3.2億ドルの調達を発表しました。今回もご視聴ありがとうございました。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ジェフ・ベゾスが賭けたのは、ゲームで賢くなるAIだった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General Intuition、ゲームプレイ動画でAIエージェントを訓練、3.2億ドルを調達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TechCrunch・Axios・GamesBeat ほか(2026-06-25)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General Intuitionとはどんな会社か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ゲームプレイ動画でAIを訓練する仕組み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著名投資家の参加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General Intuitionが2026年6月25日、シリーズAで3.2億ドルの調達を発表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評価額は23億ドル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主導投資家はKhosla Ventures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ゲームプレイ動画データでAIエージェントを訓練する技術を持つ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TechCrunch(2026-06-25)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3.2億ドル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シリーズA(評価額23億ドル、2026年6月25日発表)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Axios(2026-06-26)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General Intuition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3.2億ドル(シリーズA)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評価額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23億ドル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Khosla Ventures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4.54億ドル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General Intuitionとは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事業内容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ゲームプレイ動画データでAIエージェントを訓練する『行動基盤モデル』の開発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データ源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ゲーム動画共有プラットフォーム『Medal』の膨大な動画データを活用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目指す姿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LLMのような基盤モデルを、行動の分野で提供する企業を目指す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ゲームプレイ動画でAIを訓練する仕組み(概要)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動画収集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ゲーム動画共有プラットフォームMedalから大量のプレイ動画を収集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行動ラベル紐づけ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各フレームに実際のコントローラー入力データを紐づける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モデル訓練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行動のラベル付きデータでAIモデルを訓練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4. 実世界への転用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ロボティクス等、実世界のタスクへ応用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Medalプラットフォームの強み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ゲーム動画共有プラットフォームとして膨大な動画データを保有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各クリップに実際のコントローラー入力データが紐づく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『どの入力がどの映像を生んだか』が分かるラベル付きデータとされる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観戦動画では得られない情報とされる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TechCrunch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技術の応用範囲(概要)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現在: ゲーム業界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NPCのリアリズム向上等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将来: ロボティクス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実世界のロボット動作への応用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将来: ドローン・自動運転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シミュレーション分野への応用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実世界応用の具体例(報道による)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微調整に必要なデータ量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実世界ロボティクスデータわずか8分間とされる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動作させたロボット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四足歩行ロボット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使用センサー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前方カメラのみ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23億ドル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シリーズA後の企業評価額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GamesBeat(2026-06)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参加した著名投資家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Khosla Ventures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本ラウンドの主導投資家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エリック・シュミット氏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Google元CEO、資産管理会社Hillspireを通じて参加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ジェフ・ベゾス氏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Amazon創業者、個人として参加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確認できたこと・できなかったこと(正直な開示)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調達額・評価額・主要投資家は複数媒体で一致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8分間のデータ微調整という数字の独立検証は確認できていない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現在の商用顧客数・売上規模は確認できていない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公式プレスリリース原文全体までは確認できていない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資金調達の流れ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シード等の資金調達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これまでの累計調達額に含まれる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シリーズA(3.2億ドル)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2026年6月25日発表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累計調達額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4.54億ドル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鮮度についての正直な開示(重要)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本発表は着手日の約40日前(2026年6月25日)である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`docs/06_Content_R&amp;D.md`の鮮度基準(着手日の前日以内)を大きく外れる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着手日前日以内の候補も検討したが、既存テーマとの重複等により本候補を採用した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4.54億ドル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本ラウンドを含む開示済み累計調達額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TechCrunch(2026-06-25)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AIエージェント訓練の潮流(概要)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テキストデータでの訓練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言語モデルはテキストデータを中心に訓練されてきた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動画データの活用拡大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動画データを使った訓練が広がりつつある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ゲームデータへの着目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行動ラベル付きのゲームデータに注目が集まる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初心者向け: 行動基盤モデルとは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言語基盤モデル(LLM)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テキストの生成・理解を行う基盤モデル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行動基盤モデル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実世界での『行動』を予測・生成する基盤モデル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General Intuitionの狙い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行動基盤モデルの分野でLLMのような存在を目指す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TechCrunch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2026-06-25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Axios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2026-06-26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GamesBeat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Pulse2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調達概要の再確認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企業名: General Intuition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調達額: 3.2億ドル(シリーズA)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評価額: 23億ドル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主導投資家: Khosla Ventures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General Intuitionを主題としたテーマ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既存119テーマになし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重複ではない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業界への影響(ここからは推測)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ここからは推測ですが、ゲームデータを活用したAI訓練への注目がさらに高まる可能性がある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ロボティクス分野での実用化が進めば、他企業の追随も予想される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著名投資家の参加により、行動基盤モデル分野全体への資金流入が増える可能性がある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APIオープン化予定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2026年夏の終わりまで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より多くの開発者向けにAPIを開放する計画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TechCrunch(2026-06-25)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観戦動画とゲームプレイ動画の違い(概要)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観戦動画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映像のみが記録される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どの入力が映像を生んだかは分からない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ゲームプレイ動画(Medal)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映像と実際のコントローラー入力が紐づく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行動のラベル付きデータとして活用できる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訓練から実世界応用までの流れ(概要)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ゲーム内での訓練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膨大なゲームプレイ動画データを活用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少量データでの微調整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実世界データはわずかで済むとされる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実世界での動作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ロボット等の実際の動作に応用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リスクと課題(正直な開示)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商用顧客数・売上規模等の詳細な経営指標は確認できていない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実世界での応用事例の第三者検証は確認できていない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鮮度が基準を大きく外れている点は繰り返し明記する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複数の独立した技術・ゲーム業界専門媒体の情報のみを使用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鮮度の大きな遅れを含め、確認できなかったことを明記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特定企業・特定製品の利用を強く推奨する結論にはしていない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微調整データ量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わずか8分間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四足歩行ロボットを動かした際の実世界データ量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TechCrunch(2026-06-25)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あなたはこのゲームAI戦略、どう見ますか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ゲームデータを活用したAI訓練、今後も注目していきましょう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続報が入り次第、改めてお届けします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General Intuitionが2026年6月25日、シリーズAで3.2億ドルの調達を発表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評価額23億ドル、著名投資家ジェフ・ベゾス氏らが参加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ゲームプレイ動画データでAIエージェントを訓練する技術を持つ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発表から約40日が経過している点を正直に開示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TechCrunch・Axios・GamesBeat ほか(2026-06-25)｜定期実行120本目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