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NVIDIA史上最大の買収から生まれた新チップが、量産段階に入りました。何が起きたのか、出典付きで正確に整理してお届けします。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結論から確認します。NVIDIAの新型AI推論アクセラレータ「Groq 3 LPX」が量産を開始し、ベンチマークで毎秒3,400トークンという最速記録を達成しました。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本日の流れです。今回の発表から製品の中身、背景にある買収、そして確認できなかったことまで整理します。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史上最大買収の成果が実際の製品として動き出した、注目度の高い話題です。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今回の発表は2026年8月24日、着手日の1日前という鮮度の高い情報です。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今回の発表では、Groq 3 LPXの量産開始と、初期導入先としてNebiusが明らかにされました。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今回の発表概要です。2026年内の稼働開始が予定されています。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Groq 3 LPXは、既存のVera Rubinプラットフォームを拡張する形で、エージェント型AIの応答速度向上を狙った製品です。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Artificial Analysisのベンチマークでは、オープンソースモデル「Gemma 4 31B」を用いた条件下で毎秒3,400トークンを記録し、最速となりました。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Vera Rubinプラットフォームを拡張する形で、Groq 3 LPXがAIクラウド事業者に提供される構成です。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1ラックあたり256基のLPUアクセラレータを相互接続する構成です。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「最大4倍高速」は、レイテンシに敏感な特定ワークロードにおける数字である点に注意が必要です。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レイテンシに敏感なワークロードにおいて、最大4倍の高速化を実現するとされています。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2025年12月の買収合意から、今回の量産開始発表までの流れを整理します。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今回の製品の背景には、NVIDIA史上最大規模とされる約200億ドルの資産取得があります。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確定していることと、まだ確認できていないことを整理します。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これらの項目は本調査の範囲では確認できておらず、推測で埋めていません。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今回の技術の背景にある買収額は、約200億ドルとされています。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買収前の企業価値と、今回の資産取得額は異なる時点・種類の数字として区別する必要があります。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初期導入先として、AIクラウド事業者のNebiusが挙げられています。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NVIDIA公式発表に加え、複数の独立した海外メディアで内容を確認しています。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Groq 3 LPXは、AIモデルを実際に動かす「推論」に特化したチップです。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1ラックあたり256基のLPUアクセラレータを相互接続する構成です。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今回の発表の注目ポイントを3つにまとめました。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本テーマは、大型買収が実際の製品として結実した事例として整理しています。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買収前の資金調達から今回の発表までのタイムラインです。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今後、導入企業の拡大や価格の公表が注目されます。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NVIDIAは、史上最大買収の技術を「Groq 3 LPX」として量産に移し、最速記録を樹立しました。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今回確認できた主要スペックを一覧にまとめました。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本日はNVIDIA「Groq 3 LPX」の量産開始についてお届けしました。確認できなかったことは正直に開示しています。次回もお楽しみに。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2兆円の賭けが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動き出した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NVIDIA新チップ量産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D6D9F5"/>
                </a:solidFill>
                <a:latin typeface="Yu Gothic"/>
              </a:rPr>
              <a:t>史上最大買収の技術が、ついに動き出した——出典付きで整理する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A9AEE0"/>
                </a:solidFill>
                <a:latin typeface="Yu Gothic"/>
              </a:rPr>
              <a:t>出典: NVIDIA Newsroom(2026年8月24日)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6D9F5"/>
                </a:solidFill>
                <a:latin typeface="Yu Gothic"/>
              </a:rPr>
              <a:t>まず結論から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7C3B2"/>
                </a:solidFill>
                <a:latin typeface="Yu Gothic"/>
              </a:rPr>
              <a:t>毎秒3,400トークンで最速記録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「Groq 3 LPX」が量産開始(NVIDIA公式)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AEE0"/>
                </a:solidFill>
                <a:latin typeface="Yu Gothic"/>
              </a:rPr>
              <a:t>出典: NVIDIA Newsroom(2026-08-24)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本日のアジェンダ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6D9F5"/>
                </a:solidFill>
                <a:latin typeface="Yu Gothic"/>
              </a:rPr>
              <a:t>なぜ今このテーマを扱うのか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6D9F5"/>
                </a:solidFill>
                <a:latin typeface="Yu Gothic"/>
              </a:rPr>
              <a:t>今回の発表を確認する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6D9F5"/>
                </a:solidFill>
                <a:latin typeface="Yu Gothic"/>
              </a:rPr>
              <a:t>「Groq 3 LPX」という製品を確認する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6D9F5"/>
                </a:solidFill>
                <a:latin typeface="Yu Gothic"/>
              </a:rPr>
              <a:t>背景にある2兆円買収を確認する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6D9F5"/>
                </a:solidFill>
                <a:latin typeface="Yu Gothic"/>
              </a:rPr>
              <a:t>確認できなかったこと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なぜ今このテーマを扱うのか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NVIDIA史上最大の買収(約200億ドル)の成果が形になった瞬間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エージェント型AIの応答速度を左右する推論性能という話題性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複数の独立した海外メディア(NVIDIA公式・CNBC等)が同時報道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出典: NVIDIA Newsroom(2026-08-24)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NVIDIA Newsroom等(2026-08-24)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6D9F5"/>
                </a:solidFill>
                <a:latin typeface="Yu Gothic"/>
              </a:rPr>
              <a:t>発表日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7C3B2"/>
                </a:solidFill>
                <a:latin typeface="Yu Gothic"/>
              </a:rPr>
              <a:t>2026年8月24日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NVIDIA公式が量産開始を発表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AEE0"/>
                </a:solidFill>
                <a:latin typeface="Yu Gothic"/>
              </a:rPr>
              <a:t>出典: NVIDIA Newsroom(2026-08-24)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今回の発表の内容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対話型AI推論アクセラレータ「Groq 3 LPX」の量産(フルプロダクション)を開始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エージェント型AI向けに世界トップクラスの処理速度を実現するとする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初期導入先はAIクラウド事業者のNebius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出典: NVIDIA Newsroom(2026-08-24)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NVIDIA Newsroom等(2026-08-24)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今回の発表概要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製品名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NVIDIA Groq 3 LPX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位置づけ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対話型AI推論アクセラレータ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初期導入先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Nebius(Nebius Token Factory経由)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出典: NVIDIA Newsroom(2026-08-24)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NVIDIA Newsroom等(2026-08-24)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「Groq 3 LPX」という製品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NVIDIAの「Vera Rubin」プラットフォーム(NVL72)を拡張する形で提供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レイテンシに敏感なエージェント型ワークロード向けに設計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コーディングエージェント等の応答速度向上を狙う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出典: NVIDIA Newsroom(2026-08-24)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NVIDIA Newsroom等(2026-08-24)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6D9F5"/>
                </a:solidFill>
                <a:latin typeface="Yu Gothic"/>
              </a:rPr>
              <a:t>ベンチマーク速度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7C3B2"/>
                </a:solidFill>
                <a:latin typeface="Yu Gothic"/>
              </a:rPr>
              <a:t>毎秒3,400トークン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「Gemma 4 31B」・10万トークン文脈で最速記録(Artificial Analysis調べ)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AEE0"/>
                </a:solidFill>
                <a:latin typeface="Yu Gothic"/>
              </a:rPr>
              <a:t>出典: NVIDIA Newsroom(2026-08-24)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システム構成(概念図)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2A72"/>
                </a:solidFill>
                <a:latin typeface="Yu Gothic"/>
              </a:rPr>
              <a:t>Vera Rubinプラットフォーム(NVL72)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2A72"/>
                </a:solidFill>
                <a:latin typeface="Yu Gothic"/>
              </a:rPr>
              <a:t>Groq 3 LPXラック(LPUアクセラレータ群)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2A72"/>
                </a:solidFill>
                <a:latin typeface="Yu Gothic"/>
              </a:rPr>
              <a:t>Nebius Token Factory(初期導入先)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63628C"/>
                </a:solidFill>
                <a:latin typeface="Yu Gothic"/>
              </a:rPr>
              <a:t>既存プラットフォームを拡張し、AIクラウド事業者へ提供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NVIDIA Newsroom等(2026-08-24)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主なスペック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ラック構成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LPUアクセラレータ256基を相互接続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SRAM(1基あたり)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500MB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SRAM帯域幅/スケールアップ帯域幅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150TB/秒 ・ 2.5TB/秒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出典: NVIDIA Newsroom(2026-08-24)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NVIDIA Newsroom等(2026-08-24)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「最大4倍高速」の意味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レイテンシに敏感なワークロードで、最も近い代替プラットフォーム比で最大4倍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エージェント型コーディング等、応答速度が体験を左右する用途を想定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「4倍」は特定条件下でのNVIDIA発表値であり、全用途での数字ではない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出典: NVIDIA Newsroom(2026-08-24)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NVIDIA Newsroom等(2026-08-24)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6D9F5"/>
                </a:solidFill>
                <a:latin typeface="Yu Gothic"/>
              </a:rPr>
              <a:t>最大の高速化幅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7C3B2"/>
                </a:solidFill>
                <a:latin typeface="Yu Gothic"/>
              </a:rPr>
              <a:t>最大4倍高速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レイテンシに敏感なワークロードにおいて(同社発表)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AEE0"/>
                </a:solidFill>
                <a:latin typeface="Yu Gothic"/>
              </a:rPr>
              <a:t>出典: NVIDIA Newsroom(2026-08-24)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買収から量産までの流れ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2A72"/>
                </a:solidFill>
                <a:latin typeface="Yu Gothic"/>
              </a:rPr>
              <a:t>2025年12月24日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3628C"/>
                </a:solidFill>
                <a:latin typeface="Yu Gothic"/>
              </a:rPr>
              <a:t>NVIDIAがGroqの資産取得(約200億ドル)で最終合意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2A72"/>
                </a:solidFill>
                <a:latin typeface="Yu Gothic"/>
              </a:rPr>
              <a:t>合意後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3628C"/>
                </a:solidFill>
                <a:latin typeface="Yu Gothic"/>
              </a:rPr>
              <a:t>Groqの技術・知的財産・人材をNVIDIAに統合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17C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2A72"/>
                </a:solidFill>
                <a:latin typeface="Yu Gothic"/>
              </a:rPr>
              <a:t>2026年8月24日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3628C"/>
                </a:solidFill>
                <a:latin typeface="Yu Gothic"/>
              </a:rPr>
              <a:t>「Groq 3 LPX」として量産開始を発表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NVIDIA Newsroom等(2026-08-24)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背景にある2兆円買収とは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NVIDIAが2025年12月24日、AIチップ企業Groqの資産取得で最終合意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取得額は約200億ドルで、NVIDIA史上最大規模の買収とされる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Groqのクラウド事業は買収対象に含まれていない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出典: CNBC(2025-12-24)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NVIDIA Newsroom等(2026-08-24)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確定していること・確認できなかったこと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区分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量産開始日・ベンチマーク速度・初期導入先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確定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買収合意日・買収額(約200億ドル)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未確認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正式な価格・利用料金、Nebius以外の導入企業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出典: research.md参照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NVIDIA Newsroom等(2026-08-24)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Groq 3 LPXの正式な価格・利用料金(NVIDIAは未公表)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Nebius以外の具体的な導入予定企業・顧客数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他社製品との比較における市場シェアへの影響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NVIDIA Newsroom等(2026-08-24)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6D9F5"/>
                </a:solidFill>
                <a:latin typeface="Yu Gothic"/>
              </a:rPr>
              <a:t>買収額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7C3B2"/>
                </a:solidFill>
                <a:latin typeface="Yu Gothic"/>
              </a:rPr>
              <a:t>約200億ドル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NVIDIA史上最大規模の資産取得(2025年12月合意)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AEE0"/>
                </a:solidFill>
                <a:latin typeface="Yu Gothic"/>
              </a:rPr>
              <a:t>出典: CNBC(2025-12-24)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買収前のGroq企業価値 vs 今回の取得額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2A72"/>
                </a:solidFill>
                <a:latin typeface="Yu Gothic"/>
              </a:rPr>
              <a:t>買収前のGroq企業価値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1B33"/>
                </a:solidFill>
                <a:latin typeface="Yu Gothic"/>
              </a:rPr>
              <a:t>約69億ドル(2025年9月頃の資金調達時)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2A72"/>
                </a:solidFill>
                <a:latin typeface="Yu Gothic"/>
              </a:rPr>
              <a:t>NVIDIAによる資産取得額</a:t>
            </a:r>
          </a:p>
        </p:txBody>
      </p:sp>
      <p:sp>
        <p:nvSpPr>
          <p:cNvPr id="14" name="Oval 13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1B33"/>
                </a:solidFill>
                <a:latin typeface="Yu Gothic"/>
              </a:rPr>
              <a:t>約200億ドル(2025年12月合意)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NVIDIA Newsroom等(2026-08-24)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初期導入先Nebiusについて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AIクラウドサービス事業者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「Nebius Token Factory」を通じてGroq 3 LPXを提供予定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特定企業の株式購入や製品利用を推奨する意図はない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NVIDIA Newsroom等(2026-08-24)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主要出典の一覧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情報源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発表日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NVIDIA Newsroom(公式)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2026年8月24日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CNBC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2026年8月24日・2025年12月24日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NVIDIA Newsroom等(2026-08-24)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初心者向け: 学習用チップ vs 推論用チップ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2A72"/>
                </a:solidFill>
                <a:latin typeface="Yu Gothic"/>
              </a:rPr>
              <a:t>学習(トレーニング)用チップ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1B33"/>
                </a:solidFill>
                <a:latin typeface="Yu Gothic"/>
              </a:rPr>
              <a:t>AIモデルを新たに作り上げる工程で使用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2A72"/>
                </a:solidFill>
                <a:latin typeface="Yu Gothic"/>
              </a:rPr>
              <a:t>推論(インファレンス)用チップ(Groq 3 LPX)</a:t>
            </a:r>
          </a:p>
        </p:txBody>
      </p:sp>
      <p:sp>
        <p:nvSpPr>
          <p:cNvPr id="14" name="Oval 13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1B33"/>
                </a:solidFill>
                <a:latin typeface="Yu Gothic"/>
              </a:rPr>
              <a:t>完成したAIモデルを実際に動かす工程で使用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NVIDIA Newsroom等(2026-08-24)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6D9F5"/>
                </a:solidFill>
                <a:latin typeface="Yu Gothic"/>
              </a:rPr>
              <a:t>ラック構成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7C3B2"/>
                </a:solidFill>
                <a:latin typeface="Yu Gothic"/>
              </a:rPr>
              <a:t>LPU 256基/ラック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相互接続構成でスケールアップ帯域幅2.5TB/秒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AEE0"/>
                </a:solidFill>
                <a:latin typeface="Yu Gothic"/>
              </a:rPr>
              <a:t>出典: NVIDIA Newsroom(2026-08-24)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今回の発表の3つの注目ポイント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2A72"/>
                </a:solidFill>
                <a:latin typeface="Yu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3628C"/>
                </a:solidFill>
                <a:latin typeface="Yu Gothic"/>
              </a:rPr>
              <a:t>史上最大買収(約200億ドル)の成果が製品化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2A72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3628C"/>
                </a:solidFill>
                <a:latin typeface="Yu Gothic"/>
              </a:rPr>
              <a:t>特定モデルで毎秒3,400トークンの最速記録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2A72"/>
                </a:solidFill>
                <a:latin typeface="Yu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3628C"/>
                </a:solidFill>
                <a:latin typeface="Yu Gothic"/>
              </a:rPr>
              <a:t>レイテンシ敏感ワークロードで最大4倍高速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NVIDIA Newsroom等(2026-08-24)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視聴者にとっての意味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AIエージェントの応答速度・使い勝手に関心がある層に関係する情報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半導体業界のM&amp;Aが実際の製品に結実した事例としての価値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特定企業の製品利用を強く推奨する意図はない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NVIDIA Newsroom等(2026-08-24)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タイムライン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時期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できごと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2025年9月頃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Groqが企業価値約69億ドルで資金調達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2025年12月24日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NVIDIAがGroq資産取得(約200億ドル)で最終合意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2026年8月24日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「Groq 3 LPX」量産開始を発表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NVIDIA Newsroom等(2026-08-24)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今後注目される点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Nebius以外への導入拡大の有無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正式な価格・利用料金の公表時期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E2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1B33"/>
                </a:solidFill>
                <a:latin typeface="Yu Gothic"/>
              </a:rPr>
              <a:t>現時点では未確認の情報として今後の続報を待つ必要がある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NVIDIA Newsroom等(2026-08-24)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6D9F5"/>
                </a:solidFill>
                <a:latin typeface="Yu Gothic"/>
              </a:rPr>
              <a:t>今日のまとめの数字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7C3B2"/>
                </a:solidFill>
                <a:latin typeface="Yu Gothic"/>
              </a:rPr>
              <a:t>毎秒3,400トークンで最速記録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「Groq 3 LPX」量産開始(2026年8月24日発表)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A9AEE0"/>
                </a:solidFill>
                <a:latin typeface="Yu Gothic"/>
              </a:rPr>
              <a:t>出典: NVIDIA Newsroom(2026-08-24)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E2A72"/>
                </a:solidFill>
                <a:latin typeface="Yu Gothic"/>
              </a:rPr>
              <a:t>主要スペック一覧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数値</a:t>
                      </a:r>
                    </a:p>
                  </a:txBody>
                  <a:tcPr>
                    <a:solidFill>
                      <a:srgbClr val="2E2A7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ベンチマーク速度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毎秒3,400トークン(Gemma 4 31B・10万トークン文脈)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最大高速化幅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最大4倍(レイテンシ敏感ワークロード)</a:t>
                      </a:r>
                    </a:p>
                  </a:txBody>
                  <a:tcPr>
                    <a:solidFill>
                      <a:srgbClr val="F4F3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ラック構成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1B33"/>
                          </a:solidFill>
                          <a:latin typeface="Yu Gothic"/>
                        </a:defRPr>
                      </a:pPr>
                      <a:r>
                        <a:t>LPU 256基/ラック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出典: NVIDIA Newsroom(2026-08-24)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3628C"/>
                </a:solidFill>
                <a:latin typeface="Yu Gothic"/>
              </a:rPr>
              <a:t>AI Company OS｜出典: NVIDIA Newsroom等(2026-08-24)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3628C"/>
                </a:solidFill>
                <a:latin typeface="Yu Gothic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8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9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7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出典付きで、正確に。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D6D9F5"/>
                </a:solidFill>
                <a:latin typeface="Yu Gothic"/>
              </a:rPr>
              <a:t>AI Company OSは、確認できた事実だけをお届けします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4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2A72"/>
                </a:solidFill>
                <a:latin typeface="Yu Gothic"/>
              </a:rPr>
              <a:t>次回もお楽しみに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