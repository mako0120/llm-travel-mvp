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OpenAIの最新モデルファミリーが、AWSの開発エージェントに統合されました。何が起きたのか、出典付きで正確に整理してお届けします。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結論から確認します。GPT-5.6ファミリーがAWSの開発エージェント「Kiro」に統合され、タスク成功あたりのコストが約82%削減されたと発表されました。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本日の流れです。今回の発表からモデルの中身、そして確認できなかったことまで整理します。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大手2社の共同発表で、具体的な数字を伴う注目度の高い話題です。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今回の発表は2026年8月24日、OpenAIとKiro双方の公式から行われました。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今回の発表では、GPT-5.6がKiro上で利用可能になったことと、価格性能の向上が強調されています。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今回の発表概要です。両社の公式チャンネルから同時に発表されています。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GPT-5.6ファミリーは、Sol・Terra・Lunaの3モデルで構成されています。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GPT-5.6ファミリーは3つのモデルで構成され、用途に応じて使い分けられます。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Kiroの仕様駆動アプローチと、GPT-5.6ファミリーが組み合わさる構成です。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2026年7月9日の正式提供開始時点での単価です。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要件や設計を事前に与えることで、無駄なやり直しが減り、コスト削減につながるとされています。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Terminal-Bench 2.1というベンチマークにおいて、GPT-5.6 Terraはタスク成功あたりのコストを約82%削減したとされています。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計画・構築・レビュー・テストという流れの中で、GPT-5.6が活用されます。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「仕様駆動開発」は、実装前に要件・設計を明確化しておく開発手法の通称です。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GPT-5.6自体の正式提供開始は2026年7月9日で、今回のKiro統合発表とは異なる時点です。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GPT-5.6自体の提供開始と、今回のKiro統合発表は異なる時点の出来事として区別する必要があります。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Terraは、3モデルの中で今回の削減実績が示されたモデルです。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OpenAIとKiro双方の公式情報を出典としています。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要件を先に与えるかどうかが、今回のコスト削減の背景にある違いです。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今回のコスト削減率は、Terminal-Bench 2.1というコマンドライン系ベンチマークで計測されたものです。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本テーマは、仕様駆動開発とAIモデルを組み合わせたコスト効率化の一例として整理しています。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GPT-5.6の正式提供開始から今回の発表までのタイムラインです。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今後、他エージェントへの統合拡大や詳細情報の公表が注目されます。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GPT-5.6ファミリーは、Kiroとの組み合わせでタスク成功あたりのコストを約82%削減したと発表されました。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各モデルの単価を改めて一覧にまとめました。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本日はGPT-5.6のKiro統合についてお届けしました。確認できなかったことは正直に開示しています。次回もお楽しみに。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コスト82%減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GPT-5.6がKiroに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降臨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Sol・Terra・Lunaの3モデルが価格性能の最前線へ——出典付きで整理する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9A857"/>
                </a:solidFill>
                <a:latin typeface="Yu Gothic"/>
              </a:rPr>
              <a:t>出典: OpenAI公式(2026年8月24日)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コスト約82%削減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GPT-5.6 TerraがKiro上のベンチマークで記録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今回の発表を確認する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GPT-5.6ファミリーを確認する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コストが下がる理由を確認する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5D9A8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OpenAIとAWSという大手2社が共同で発表した統合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「コスト82%削減」という具体的で分かりやすい数字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着手日の1日前に公開されたばかりの鮮度の高い情報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発表日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2026年8月24日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OpenAI公式・Kiro公式(AWS)の双方が発表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今回の発表の内容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「GPT-5.6」モデルファミリーがKiroで利用可能に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Kiroは仕様駆動型のソフトウェア開発エージェント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価格性能(コストパフォーマンス)の向上を強調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今回の発表概要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対象モデル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GPT-5.6ファミリー(Sol・Terra・Luna)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統合先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Kiro(AWSの仕様駆動型開発エージェント)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OpenAI公式・Kiro公式(AWS)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GPT-5.6ファミリー3モデル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「Sol」「Terra」「Luna」の3つのモデルで構成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Kiro上で、計画・構築・レビュー・テストなどの工程に活用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OpenAIの最新フラッグシップモデルシリーズと位置づけられる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モデル数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3モデル(Sol・Terra・Luna)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用途に応じて使い分け可能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Kiroとの統合構成(概念図)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Kiro(仕様駆動型開発エージェント)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GPT-5.6ファミリー(Sol/Terra/Luna)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3A4750"/>
                </a:solidFill>
                <a:latin typeface="Yu Gothic"/>
              </a:rPr>
              <a:t>計画・構築・レビュー・テストの各工程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Yu Gothic"/>
              </a:rPr>
              <a:t>要件・設計文書を先に与えることで、少ない試行回数で正解に到達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各モデルの単価(正式提供開始時点)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入力/出力(100万トークンあたり)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Terra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2.50ドル / 15ドル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Sol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5ドル / 30ドル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Luna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1ドル / 6ドル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OpenAI公式・Kiro公式(2026-08-24)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なぜコストが下がるのか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Kiroの「仕様駆動」アプローチで要件・設計を事前に与える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モデルが少ない試行回数で正解にたどり着きやすくなる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無駄なトークン消費が減ることがコスト削減の要因とされる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コスト削減率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約82%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Terminal-Bench 2.1におけるGPT-5.6 Terraの実績(同社発表)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Kiroでの開発フロー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計画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要件・設計文書を先にモデルへ提供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構築・レビュー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GPT-5.6がコードを生成し、人間が確認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E88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テスト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Yu Gothic"/>
              </a:rPr>
              <a:t>少ない試行回数で正解に到達しやすくなる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「仕様駆動開発」とは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実装前に要件・設計をあらかじめ明確化する開発手法の通称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AIエージェントに文脈を与えることで、誤った試行を減らせる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本テーマでは、この手法とGPT-5.6を組み合わせた点が特徴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発表日・対象モデル・各モデルの単価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ベンチマーク名・コスト削減率(82%)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比較対象のベースライン・具体的な導入企業数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「約82%のコスト削減」の比較対象となったベースラインの詳細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Kiro経由でのGPT-5.6利用における具体的な導入企業数・利用実績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日本語での開発タスクにおける同様の効果の有無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GPT-5.6正式提供開始日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2026年7月9日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Kiro統合発表(8月24日)の約1.5か月前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OpenAI公式・Kiro公式(2026-08-24)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GPT-5.6正式提供開始 vs Kiro統合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GPT-5.6正式提供開始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2026年7月9日、単価が公表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Kiroへの統合(今回)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2026年8月24日、価格性能の実績が公表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Terraの位置づけ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3モデルの中で今回の82%削減の実績が示されたモデル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単価はSolより低く、Lunaより高い中間的な位置づけ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特定モデルの利用を強く推奨する意図はない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情報源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OpenAI公式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Kiro公式(AWS)ブログ・changelog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通常のAIコーディング vs Kiro上のGPT-5.6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通常のAIコーディング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要件が曖昧なまま生成を始めるケースもある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Kiro上のGPT-5.6(本発表)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124"/>
                </a:solidFill>
                <a:latin typeface="Yu Gothic"/>
              </a:rPr>
              <a:t>要件・設計文書を先に与えてから生成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ベンチマーク名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Terminal-Bench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コマンドライン系タスクの評価に使用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今回の発表の3つの注目ポイント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OpenAIとAWSの共同発表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タスク成功あたりのコストが約82%削減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A4750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Yu Gothic"/>
              </a:rPr>
              <a:t>仕様駆動アプローチとの組み合わせが鍵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AIコーディングツールのコスト効率化に関心がある開発者に関係する情報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仕様駆動開発とAIモデルの組み合わせという業界トレンドの一例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特定企業の製品利用を強く推奨する意図はない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2026年7月9日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GPT-5.6ファミリーが正式提供開始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KiroへのGPT-5.6統合・価格性能の実績を発表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2026年8月25日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本テーマとして着手・整理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今後注目される点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他の開発エージェントへの同様の統合の有無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比較対象のベースラインの詳細な公表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3A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E2124"/>
                </a:solidFill>
                <a:latin typeface="Yu Gothic"/>
              </a:rPr>
              <a:t>現時点では未確認の情報として今後の続報を待つ必要がある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D9A8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E8871E"/>
                </a:solidFill>
                <a:latin typeface="Yu Gothic"/>
              </a:rPr>
              <a:t>コスト約82%削減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GPT-5.6 TerraがKiro上のベンチマークで記録(2026年8月24日)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A857"/>
                </a:solidFill>
                <a:latin typeface="Yu Gothic"/>
              </a:rPr>
              <a:t>出典: OpenAI公式(2026-08-24)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3A4750"/>
                </a:solidFill>
                <a:latin typeface="Yu Gothic"/>
              </a:rPr>
              <a:t>各モデルの単価一覧(再掲)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モデル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入力/出力(100万トークンあたり)</a:t>
                      </a:r>
                    </a:p>
                  </a:txBody>
                  <a:tcPr>
                    <a:solidFill>
                      <a:srgbClr val="3A47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Terra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2.50ドル / 15ドル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Sol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5ドル / 30ドル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Luna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124"/>
                          </a:solidFill>
                          <a:latin typeface="Yu Gothic"/>
                        </a:defRPr>
                      </a:pPr>
                      <a:r>
                        <a:t>1ドル / 6ドル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出典: OpenAI公式・Kiro公式(2026-08-24)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"/>
              </a:rPr>
              <a:t>AI Company OS｜出典: OpenAI公式等(2026-08-24)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9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A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5D9A8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A4750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