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日本代表GK鈴木彩艶選手が加入したアストン・ヴィラが、プレミアリーグ開幕戦で大敗を喫しました。何が起きたのか、出典付きで正確に整理してお届けします。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結論から確認します。アストン・ヴィラは開幕戦でブライトンに0-4で大敗し、新加入の鈴木彩艶選手はベンチで出番がありませんでした。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本日の流れです。移籍の振り返りから開幕戦の結果、試合の詳細、そして確認できなかったことまで整理します。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移籍直後の開幕戦での大敗という、注目度の高い話題です。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鈴木選手の移籍金は最大3,500万ユーロで、日本人選手として史上最高額タイとされています。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鈴木選手は8月19日、パルマからアストン・ヴィラへの完全移籍が発表されました。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開幕戦はホームでブライトンと対戦し、0-4で大敗を喫しました。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先発ゴールキーパーはオランダ人の35歳の選手が務め、鈴木選手はベンチスタートとなりました。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試合はブライトンが4-0でアストン・ヴィラに快勝しました。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移籍発表からわずか4日後に迎えた開幕戦で、鈴木選手はベンチスタートとなりました。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試合ではアストン・ヴィラが退場者を出す苦しい展開となりました。なお、ブライトンの三笘薫選手はこの試合欠場していました。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アストン・ヴィラは退場者を出して数的不利となり、前半のうちに複数失点する苦しい展開でした。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鈴木選手は23歳で、日本代表のゴールキーパーとして活躍してきました。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開幕戦ではベンチでしたが、今後の試合での起用が注目されます。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パルマ時代には公式戦通算59試合に出場し、今夏のワールドカップでは日本代表として全4試合に出場していました。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確定していることと、まだ確認できていないことを整理します。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これらの項目は本調査の範囲では確認できておらず、推測で埋めていません。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試合は2026年8月23日、プレミアリーグ開幕節として行われました。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移籍発表時の期待とは対照的に、開幕戦ではベンチスタートとチームの大敗という結果になりました。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鈴木選手は日本人GKとして初のプレミアリーグ挑戦となります。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複数の独立したメディアが同一の試合結果を報じており、内容としての一貫性を確認しています。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開幕戦は35歳のベテランGKが先発を務め、23歳の鈴木選手はベンチスタートでした。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移籍金は円換算で約64億8,000万円に相当するとされています。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今回の一件の注目ポイントを3つにまとめました。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本テーマは、海外で活躍する日本人選手の最新動向として整理しています。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移籍発表から開幕戦の結果までのタイムラインです。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今後、鈴木選手が先発起用されるかどうか、そしてチームが立て直せるかどうかが注目されます。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アストン・ヴィラは開幕戦で0-4の大敗を喫し、新加入の鈴木彩艶選手は出場機会がありませんでした。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移籍発表からわずか4日後に、プレミアリーグの開幕戦を迎えました。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本日は鈴木彩艶選手のアストン・ヴィラ開幕戦についてお届けしました。確認できなかったことは正直に開示しています。次回もお楽しみに。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鈴木彩艶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デビューお預け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ヴィラ開幕戦0-4大敗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移籍4日後の洗礼——出典付きで整理する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AEE0"/>
                </a:solidFill>
                <a:latin typeface="Yu Gothic"/>
              </a:rPr>
              <a:t>出典: サッカーキング(2026年8月23日)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まず結論から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0-4で大敗 鈴木彩艶は出番なし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アストン・ヴィラ、プレミア開幕戦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サッカーキング(2026-08-23)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鈴木選手の移籍を振り返る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開幕戦の結果を確認する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試合の詳細を確認する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サッカーキング・フットボールチャンネル等が試合当日〜翌日に報道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移籍直後の開幕戦という注目のタイミング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まさかの大敗という意外性のある結果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サッカーキング(2026-08-23)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移籍金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最大3,500万ユーロ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日本人選手史上最高額タイ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サッカーキング(2026-08-19)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鈴木選手の移籍を振り返る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2026年8月19日、パルマからアストン・ヴィラへ完全移籍加入を発表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移籍金は最大3,500万ユーロ(約64億8,000万円)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日本人選手では史上最高額タイの移籍金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サッカーキング(2026-08-19)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開幕戦概要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対戦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アストン・ヴィラ vs ブライトン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0-4でブライトンの勝利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鈴木選手の出場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ベンチスタート、出場機会なし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サッカーキング(2026-08-23)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鈴木選手のベンチスタート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先発はオランダ人GK(35歳)が務めた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鈴木選手はベンチスタートとなった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試合を通じて出場機会は無かった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フットボールチャンネル(2026-08-24)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試合結果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0-4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アストン・ヴィラがブライトンに大敗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サッカーキング(2026-08-23)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移籍から開幕戦までの流れ(概念図)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2A72"/>
                </a:solidFill>
                <a:latin typeface="Yu Gothic"/>
              </a:rPr>
              <a:t>移籍加入発表(8/19)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2A72"/>
                </a:solidFill>
                <a:latin typeface="Yu Gothic"/>
              </a:rPr>
              <a:t>プレミア開幕戦(8/23)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2A72"/>
                </a:solidFill>
                <a:latin typeface="Yu Gothic"/>
              </a:rPr>
              <a:t>ベンチスタート、0-4大敗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3628C"/>
                </a:solidFill>
                <a:latin typeface="Yu Gothic"/>
              </a:rPr>
              <a:t>移籍からわずか4日後の開幕戦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試合の主な出来事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退場者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アストン・ヴィラが退場者を出した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ブライトン側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MF三笘薫選手は欠場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ゲキサカ(2026-08-23)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試合の詳細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アストン・ヴィラは数的不利の中で苦戦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ブライトンはホームで快勝発進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前半だけで複数得点を許す苦しい立ち上がりだった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ゲキサカ(2026-08-23)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鈴木選手の年齢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23歳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日本代表ゴールキーパー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サッカーキング(2026-08-19)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今後の展開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開幕戦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3628C"/>
                </a:solidFill>
                <a:latin typeface="Yu Gothic"/>
              </a:rPr>
              <a:t>ベンチスタート、出番なし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今後の試合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3628C"/>
                </a:solidFill>
                <a:latin typeface="Yu Gothic"/>
              </a:rPr>
              <a:t>先発起用の可能性が注目される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確認できないこと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3628C"/>
                </a:solidFill>
                <a:latin typeface="Yu Gothic"/>
              </a:rPr>
              <a:t>次節以降の起用方針は未確認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パルマ時代の実績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パルマでの2シーズンで公式戦通算59試合に出場(移籍前の実績)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チームのセリエA残留に貢献したとされる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2026年FIFAワールドカップでは日本代表として全4試合に出場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サッカーキング(2026-08-19)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確定していること・確認できなかったこと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移籍金・開幕戦の結果・鈴木選手の出場有無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退場者が出たこと・三笘選手の欠場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次節以降の起用方針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鈴木選手が次節以降に先発出場する見込みの詳細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アストン・ヴィラの退場者の具体的な選手名・退場理由の詳細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監督が鈴木選手をベンチスタートとした具体的な理由の公式コメント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試合日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2026年8月23日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プレミアリーグ開幕節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サッカーキング(2026-08-23)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移籍発表時 vs 開幕戦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移籍発表(8/19)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日本人史上最高額タイ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レギュラー起用への期待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開幕戦(8/23)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ベンチスタート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チームは0-4大敗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プレミアリーグでの立ち位置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日本人GKとして初のプレミアリーグ挑戦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今季プレミア所属の日本人選手は10人目とされる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今後の出場機会が注目される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主要出典の一覧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メディア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報道日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サッカーキング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フットボールチャンネル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ゲキサカ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先発GK vs 鈴木選手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先発(オランダ人GK)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35歳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開幕戦に先発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鈴木選手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23歳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ベンチスタート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移籍金(円換算)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約64億8,000万円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最大3,500万ユーロ相当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サッカーキング(2026-08-19)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今回の一件の3つの注目ポイント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3628C"/>
                </a:solidFill>
                <a:latin typeface="Yu Gothic"/>
              </a:rPr>
              <a:t>移籍わずか4日後に迎えた開幕戦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3628C"/>
                </a:solidFill>
                <a:latin typeface="Yu Gothic"/>
              </a:rPr>
              <a:t>ベンチスタートという意外な展開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3628C"/>
                </a:solidFill>
                <a:latin typeface="Yu Gothic"/>
              </a:rPr>
              <a:t>チームは退場者を出しての0-4大敗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視聴者にとっての意味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海外で挑戦する日本人選手を応援するファンに直接関係する情報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移籍直後のチーム状況を知る手がかりとしての価値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特定選手・クラブへの過度な評価的表現は行わない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タイムライン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できごと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2026年8月19日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アストン・ヴィラへの完全移籍加入発表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2026年8月23日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プレミアリーグ開幕戦、ベンチスタート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アストン・ヴィラが0-4で大敗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今後注目される点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次節以降に先発起用されるかどうか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チームが立て直せるかどうか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現時点では未確認の情報として今後の続報を待つ必要がある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サッカーキング等(2026-08-23)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今日のまとめの数字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0-4大敗 鈴木彩艶は出番なし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アストン・ヴィラ、プレミア開幕戦(2026年8月23日)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サッカーキング(2026-08-23)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移籍発表から開幕戦までの日数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4日間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8月19日の発表から8月23日の開幕戦まで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サッカーキング(2026-08-19、2026-08-23)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出典付きで、正確に。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6D9F5"/>
                </a:solidFill>
                <a:latin typeface="Yu Gothic"/>
              </a:rPr>
              <a:t>AI Company OSは、確認できた事実だけをお届けします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次回もお楽しみに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