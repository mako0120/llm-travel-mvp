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2026年8月23日、角田裕毅選手がF1オランダGPに1戦限りの代役として電撃参戦しました。シミュレーター練習わずか1日という状況で何が起きたのか、出典付きで正確に整理してお届けします。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結論から確認します。角田裕毅選手は、シミュレーター練習わずか1日という準備不足の中、終始入賞圏内を争う走りを見せました。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今日は6つの流れでお伝えします。出走の経緯から決勝結果、チーム代表のコメントまで、正確に事実を引用しながら整理します。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このテーマを扱う理由です。準備不足の中での健闘というドラマ性に注目しました。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角田選手が出走することになった経緯です。連鎖的な代役の仕組みで実現しました。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リザーブドライバーとは何かを確認します。シーズン中は主にシミュレーター業務が中心です。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角田選手にとって、2026年型マシンを走らせるのは今回が初めてでした。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出走から決勝までの流れを図にしました。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決勝レースを3ステップで総括しました。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予選結果です。Q3進出まであとわずかという僅差でした。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Q3進出とは何かを確認します。決勝のスタート位置に直結する重要な分岐点です。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決勝の展開です。中盤のコースオフが痛恨のミスとなりました。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決勝順位は11位で、ポイント圏まであと一歩でした。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チーム代表のコメントです。準備不足の中での走りを高く評価しました。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チーム代表は、角田選手の走りを「驚異的」と評価しました。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レース全体の結果です。ホンダの新パワーユニットも入賞という結果を残しました。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決勝上位と注目結果をまとめました。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地元フェルスタッペン選手も1周目のクラッシュという波乱に見舞われました。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次戦イタリアGPでは、角田選手が再びリザーブドライバーに戻ることが事実上確定的と報じられています。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この1戦が持つ意味です。推測にとどまる部分は明確に区別してお伝えします。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予選と決勝の結果を対比しました。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モータースポーツを追う立場にとっての意味です。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複数の独立した主要モータースポーツメディアが同一の事実を報じていることを確認しています。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予選ではQ3進出まであとわずか0.1秒差でした。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角田選手の今回の記録をまとめました。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本編のまとめです。角田裕毅選手の1戦限りの代役参戦について、出典付きで整理してお伝えしました。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角田裕毅選手の1戦限りの代役参戦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角田裕毅、</a:t>
            </a:r>
          </a:p>
          <a:p>
            <a:pPr algn="l">
              <a:lnSpc>
                <a:spcPct val="115000"/>
              </a:lnSpc>
            </a:pPr>
            <a:r>
              <a:rPr sz="4200" b="1">
                <a:solidFill>
                  <a:srgbClr val="FFFFFF"/>
                </a:solidFill>
                <a:latin typeface="Yu Gothic"/>
              </a:rPr>
              <a:t>準備1日で挑んだ</a:t>
            </a:r>
          </a:p>
          <a:p>
            <a:pPr algn="l">
              <a:lnSpc>
                <a:spcPct val="115000"/>
              </a:lnSpc>
            </a:pPr>
            <a:r>
              <a:rPr sz="4200" b="1">
                <a:solidFill>
                  <a:srgbClr val="FFFFFF"/>
                </a:solidFill>
                <a:latin typeface="Yu Gothic"/>
              </a:rPr>
              <a:t>F1電撃復帰</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2026年8月24日報道——1戦限りの代役参戦を出典付きで整理する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motorsport.com日本版・オートスポーツweb(2026年8月24日)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シミュレーター練習わずか1日 準備不足の中での電撃参戦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終始入賞圏内を争うも11位でフィニッシュ(2026年8月24日報道)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motorsport.com日本版(2026-08-24)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なぜ角田選手が出走することになったのかを確認する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予選・決勝の結果を確認する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チーム代表のコメントを確認する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この1戦が持つ意味を確認する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着手日当日(2026年8月24日)、日本の主要モータースポーツメディアが一斉に報じた話題である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準備1日という極めて厳しい状況での健闘というドラマ性のある出来事である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日本人選手の海外での活躍を伝える話題である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複数の独立したメディアが同じ中心事実を報じており、情報の一貫性を確認できた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motorsport.com日本版・オートスポーツweb(2026-08-24)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なぜ角田選手が出走することになったのか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ステップ</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1</a:t>
                      </a:r>
                    </a:p>
                  </a:txBody>
                  <a:tcPr>
                    <a:solidFill>
                      <a:srgbClr val="FFFFFF"/>
                    </a:solidFill>
                  </a:tcPr>
                </a:tc>
                <a:tc>
                  <a:txBody>
                    <a:bodyPr/>
                    <a:lstStyle/>
                    <a:p>
                      <a:pPr>
                        <a:defRPr sz="1200">
                          <a:solidFill>
                            <a:srgbClr val="1A1A2E"/>
                          </a:solidFill>
                          <a:latin typeface="Yu Gothic"/>
                        </a:defRPr>
                      </a:pPr>
                      <a:r>
                        <a:t>レッドブルのハジャー選手が手首負傷で欠場</a:t>
                      </a:r>
                    </a:p>
                  </a:txBody>
                  <a:tcPr>
                    <a:solidFill>
                      <a:srgbClr val="FFFFFF"/>
                    </a:solidFill>
                  </a:tcPr>
                </a:tc>
              </a:tr>
              <a:tr h="502920">
                <a:tc>
                  <a:txBody>
                    <a:bodyPr/>
                    <a:lstStyle/>
                    <a:p>
                      <a:pPr>
                        <a:defRPr sz="1200">
                          <a:solidFill>
                            <a:srgbClr val="1A1A2E"/>
                          </a:solidFill>
                          <a:latin typeface="Yu Gothic"/>
                        </a:defRPr>
                      </a:pPr>
                      <a:r>
                        <a:t>2</a:t>
                      </a:r>
                    </a:p>
                  </a:txBody>
                  <a:tcPr>
                    <a:solidFill>
                      <a:srgbClr val="F3F6FC"/>
                    </a:solidFill>
                  </a:tcPr>
                </a:tc>
                <a:tc>
                  <a:txBody>
                    <a:bodyPr/>
                    <a:lstStyle/>
                    <a:p>
                      <a:pPr>
                        <a:defRPr sz="1200">
                          <a:solidFill>
                            <a:srgbClr val="1A1A2E"/>
                          </a:solidFill>
                          <a:latin typeface="Yu Gothic"/>
                        </a:defRPr>
                      </a:pPr>
                      <a:r>
                        <a:t>レーシングブルズのローソン選手がレッドブルへ代役昇格</a:t>
                      </a:r>
                    </a:p>
                  </a:txBody>
                  <a:tcPr>
                    <a:solidFill>
                      <a:srgbClr val="F3F6FC"/>
                    </a:solidFill>
                  </a:tcPr>
                </a:tc>
              </a:tr>
              <a:tr h="502920">
                <a:tc>
                  <a:txBody>
                    <a:bodyPr/>
                    <a:lstStyle/>
                    <a:p>
                      <a:pPr>
                        <a:defRPr sz="1200">
                          <a:solidFill>
                            <a:srgbClr val="1A1A2E"/>
                          </a:solidFill>
                          <a:latin typeface="Yu Gothic"/>
                        </a:defRPr>
                      </a:pPr>
                      <a:r>
                        <a:t>3</a:t>
                      </a:r>
                    </a:p>
                  </a:txBody>
                  <a:tcPr>
                    <a:solidFill>
                      <a:srgbClr val="FFFFFF"/>
                    </a:solidFill>
                  </a:tcPr>
                </a:tc>
                <a:tc>
                  <a:txBody>
                    <a:bodyPr/>
                    <a:lstStyle/>
                    <a:p>
                      <a:pPr>
                        <a:defRPr sz="1200">
                          <a:solidFill>
                            <a:srgbClr val="1A1A2E"/>
                          </a:solidFill>
                          <a:latin typeface="Yu Gothic"/>
                        </a:defRPr>
                      </a:pPr>
                      <a:r>
                        <a:t>空いた席に角田選手が1戦限りで抜擢</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motorsport.com日本版(2026-08-24)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「リザーブドライバー」とは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前提知識を確認します。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正規の出走契約を持つドライバーが怪我等で出走できない場合に代わりに出走する予備の選手のことである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シーズン中は基本的にシミュレーター走行やチーム分析業務が中心である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実際にレースへ出走する機会は限られる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初めて走る2026年型マシン</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初めて走行 2026年型マシン(VCARB03)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事前のシミュレーター練習はわずか1日だった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motorsport.com日本版(2026-08-24)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出走から決勝までの流れ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1戦限りの代役として抜擢</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シミュレーター練習は1日のみ</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予選12番手、Q3まで0.1秒差</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「かなり満足」の結果</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決勝は入賞圏内を争うも11位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コースオフでポイントを逃す</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出走から決勝までの流れ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jp.motorsport.com(2026-08-24)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決勝レースの3ステップ総括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入賞圏内で走行</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終始上位10位以内を争う</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中盤にコースオフ</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大きくタイムを失う</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ガスリー選手に抜かれ11位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ポイント獲得ならず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予選結果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予選の詳細を確認します。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予選では12番手につけた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上位10台のみが進出できるQ3まで、わずか0.1秒差だった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角田選手本人も「かなり満足」とコメントしたと報じられている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jp.motorsport.com(2026-08-24)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「Q3進出」とは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前提知識を確認します。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F1の予選はQ1・Q2・Q3の3段階で行われる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Q3に進出できるのは上位10台のみである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Q3進出の可否は、決勝レースでのスタート位置に直結する重要な分岐点である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確定していること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出走の経緯・予選12番手・決勝11位</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チーム代表(アラン・パーメイン氏)のコメント</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次戦は再びリザーブに戻ることが確定的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角田選手本人のレース後の直接コメント</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2027年シーズンのレースシート獲得の見通し</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決勝レースの展開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決勝の詳細を確認します。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決勝レースでは終始入賞圏内(上位10位以内)を争った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レース中盤にコースオフして大きくタイムを失った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終盤にピエール・ガスリー選手(アルピーヌ)に抜かれ、最終的に11位でフィニッシュした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TopNews・jp.motorsport.com(2026-08-24)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決勝順位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11位 ポイント圏(10位以内)まであと一歩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終始入賞圏内を争った末の結果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TopNews(2026-08-24)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チーム代表のコメント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チーム代表のコメントを確認します。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レーシングブルズのアラン・パーメイン代表は決勝後にコメントを寄せた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「1戦限りの代役参戦でこれだけの走りを見せたのは素晴らしいことです」と述べた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オーバーテイクに成功したことで、前との差を広げることができたとも評価した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jp.motorsport.com(2026-08-24)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チーム代表の評価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「驚異的」 1戦限りの代役参戦への評価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アラン・パーメイン代表のコメント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jp.motorsport.com(2026-08-24)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レース全体の結果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レース全体の結果を確認します。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優勝はランド・ノリス選手(マクラーレン)だった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2位アンドレア・キミ・アントネッリ選手、3位ジョージ・ラッセル選手(いずれもメルセデス)が続いた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ホンダの新パワーユニットを搭載するフェルナンド・アロンソ選手が9位入賞を果たした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オートスポーツweb・jp.motorsport.com(2026-08-24)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決勝上位・注目結果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順位</a:t>
                      </a:r>
                    </a:p>
                  </a:txBody>
                  <a:tcPr>
                    <a:solidFill>
                      <a:srgbClr val="1E2761"/>
                    </a:solidFill>
                  </a:tcPr>
                </a:tc>
                <a:tc>
                  <a:txBody>
                    <a:bodyPr/>
                    <a:lstStyle/>
                    <a:p>
                      <a:pPr>
                        <a:defRPr sz="1300" b="1">
                          <a:solidFill>
                            <a:srgbClr val="FFFFFF"/>
                          </a:solidFill>
                          <a:latin typeface="Yu Gothic"/>
                        </a:defRPr>
                      </a:pPr>
                      <a:r>
                        <a:t>選手・チーム</a:t>
                      </a:r>
                    </a:p>
                  </a:txBody>
                  <a:tcPr>
                    <a:solidFill>
                      <a:srgbClr val="1E2761"/>
                    </a:solidFill>
                  </a:tcPr>
                </a:tc>
              </a:tr>
              <a:tr h="502920">
                <a:tc>
                  <a:txBody>
                    <a:bodyPr/>
                    <a:lstStyle/>
                    <a:p>
                      <a:pPr>
                        <a:defRPr sz="1200">
                          <a:solidFill>
                            <a:srgbClr val="1A1A2E"/>
                          </a:solidFill>
                          <a:latin typeface="Yu Gothic"/>
                        </a:defRPr>
                      </a:pPr>
                      <a:r>
                        <a:t>優勝</a:t>
                      </a:r>
                    </a:p>
                  </a:txBody>
                  <a:tcPr>
                    <a:solidFill>
                      <a:srgbClr val="FFFFFF"/>
                    </a:solidFill>
                  </a:tcPr>
                </a:tc>
                <a:tc>
                  <a:txBody>
                    <a:bodyPr/>
                    <a:lstStyle/>
                    <a:p>
                      <a:pPr>
                        <a:defRPr sz="1200">
                          <a:solidFill>
                            <a:srgbClr val="1A1A2E"/>
                          </a:solidFill>
                          <a:latin typeface="Yu Gothic"/>
                        </a:defRPr>
                      </a:pPr>
                      <a:r>
                        <a:t>ランド・ノリス(マクラーレン)</a:t>
                      </a:r>
                    </a:p>
                  </a:txBody>
                  <a:tcPr>
                    <a:solidFill>
                      <a:srgbClr val="FFFFFF"/>
                    </a:solidFill>
                  </a:tcPr>
                </a:tc>
              </a:tr>
              <a:tr h="502920">
                <a:tc>
                  <a:txBody>
                    <a:bodyPr/>
                    <a:lstStyle/>
                    <a:p>
                      <a:pPr>
                        <a:defRPr sz="1200">
                          <a:solidFill>
                            <a:srgbClr val="1A1A2E"/>
                          </a:solidFill>
                          <a:latin typeface="Yu Gothic"/>
                        </a:defRPr>
                      </a:pPr>
                      <a:r>
                        <a:t>2位</a:t>
                      </a:r>
                    </a:p>
                  </a:txBody>
                  <a:tcPr>
                    <a:solidFill>
                      <a:srgbClr val="F3F6FC"/>
                    </a:solidFill>
                  </a:tcPr>
                </a:tc>
                <a:tc>
                  <a:txBody>
                    <a:bodyPr/>
                    <a:lstStyle/>
                    <a:p>
                      <a:pPr>
                        <a:defRPr sz="1200">
                          <a:solidFill>
                            <a:srgbClr val="1A1A2E"/>
                          </a:solidFill>
                          <a:latin typeface="Yu Gothic"/>
                        </a:defRPr>
                      </a:pPr>
                      <a:r>
                        <a:t>アンドレア・キミ・アントネッリ(メルセデス)</a:t>
                      </a:r>
                    </a:p>
                  </a:txBody>
                  <a:tcPr>
                    <a:solidFill>
                      <a:srgbClr val="F3F6FC"/>
                    </a:solidFill>
                  </a:tcPr>
                </a:tc>
              </a:tr>
              <a:tr h="502920">
                <a:tc>
                  <a:txBody>
                    <a:bodyPr/>
                    <a:lstStyle/>
                    <a:p>
                      <a:pPr>
                        <a:defRPr sz="1200">
                          <a:solidFill>
                            <a:srgbClr val="1A1A2E"/>
                          </a:solidFill>
                          <a:latin typeface="Yu Gothic"/>
                        </a:defRPr>
                      </a:pPr>
                      <a:r>
                        <a:t>3位</a:t>
                      </a:r>
                    </a:p>
                  </a:txBody>
                  <a:tcPr>
                    <a:solidFill>
                      <a:srgbClr val="FFFFFF"/>
                    </a:solidFill>
                  </a:tcPr>
                </a:tc>
                <a:tc>
                  <a:txBody>
                    <a:bodyPr/>
                    <a:lstStyle/>
                    <a:p>
                      <a:pPr>
                        <a:defRPr sz="1200">
                          <a:solidFill>
                            <a:srgbClr val="1A1A2E"/>
                          </a:solidFill>
                          <a:latin typeface="Yu Gothic"/>
                        </a:defRPr>
                      </a:pPr>
                      <a:r>
                        <a:t>ジョージ・ラッセル(メルセデス)</a:t>
                      </a:r>
                    </a:p>
                  </a:txBody>
                  <a:tcPr>
                    <a:solidFill>
                      <a:srgbClr val="FFFFFF"/>
                    </a:solidFill>
                  </a:tcPr>
                </a:tc>
              </a:tr>
              <a:tr h="502920">
                <a:tc>
                  <a:txBody>
                    <a:bodyPr/>
                    <a:lstStyle/>
                    <a:p>
                      <a:pPr>
                        <a:defRPr sz="1200">
                          <a:solidFill>
                            <a:srgbClr val="1A1A2E"/>
                          </a:solidFill>
                          <a:latin typeface="Yu Gothic"/>
                        </a:defRPr>
                      </a:pPr>
                      <a:r>
                        <a:t>9位</a:t>
                      </a:r>
                    </a:p>
                  </a:txBody>
                  <a:tcPr>
                    <a:solidFill>
                      <a:srgbClr val="F3F6FC"/>
                    </a:solidFill>
                  </a:tcPr>
                </a:tc>
                <a:tc>
                  <a:txBody>
                    <a:bodyPr/>
                    <a:lstStyle/>
                    <a:p>
                      <a:pPr>
                        <a:defRPr sz="1200">
                          <a:solidFill>
                            <a:srgbClr val="1A1A2E"/>
                          </a:solidFill>
                          <a:latin typeface="Yu Gothic"/>
                        </a:defRPr>
                      </a:pPr>
                      <a:r>
                        <a:t>フェルナンド・アロンソ(ホンダ新PU搭載)</a:t>
                      </a:r>
                    </a:p>
                  </a:txBody>
                  <a:tcPr>
                    <a:solidFill>
                      <a:srgbClr val="F3F6FC"/>
                    </a:solidFill>
                  </a:tcPr>
                </a:tc>
              </a:tr>
              <a:tr h="502920">
                <a:tc>
                  <a:txBody>
                    <a:bodyPr/>
                    <a:lstStyle/>
                    <a:p>
                      <a:pPr>
                        <a:defRPr sz="1200">
                          <a:solidFill>
                            <a:srgbClr val="1A1A2E"/>
                          </a:solidFill>
                          <a:latin typeface="Yu Gothic"/>
                        </a:defRPr>
                      </a:pPr>
                      <a:r>
                        <a:t>11位</a:t>
                      </a:r>
                    </a:p>
                  </a:txBody>
                  <a:tcPr>
                    <a:solidFill>
                      <a:srgbClr val="FFFFFF"/>
                    </a:solidFill>
                  </a:tcPr>
                </a:tc>
                <a:tc>
                  <a:txBody>
                    <a:bodyPr/>
                    <a:lstStyle/>
                    <a:p>
                      <a:pPr>
                        <a:defRPr sz="1200">
                          <a:solidFill>
                            <a:srgbClr val="1A1A2E"/>
                          </a:solidFill>
                          <a:latin typeface="Yu Gothic"/>
                        </a:defRPr>
                      </a:pPr>
                      <a:r>
                        <a:t>角田裕毅(レーシングブルズ)</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jp.motorsport.com(2026-08-24)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地元フェルスタッペン選手の波乱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他の注目ポイントも確認します。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地元オランダの人気選手マックス・フェルスタッペン選手は1周目にクラッシュした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地元開催のレースだけに、大きな波乱として報じられている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本テーマでは角田選手の走りを中心に扱うが、レース全体の文脈として正直にお伝えする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オートスポーツweb(2026-08-24)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次戦の見通し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リザーブへ復帰 次戦イタリアGPでは代役参戦は1戦限りの見通し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チーム代表のコメントから事実上確定的と報じられている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motorsport.com日本版(2026-08-24)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この1戦が持つ意味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この1戦の意味を確認します。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準備不足の中でチーム代表から高く評価されたことは、今後にとってプラスの材料になり得ると考えられる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ただし具体的な今後の見通し(2027年シーズンのシート獲得等)は本調査の範囲では確認できていない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推測で断定せず、確認できたことと推測を明確に区別してお伝えする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予選 vs 決勝の結果</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予選</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12番手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Q3進出まで0.1秒差</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決勝</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終始入賞圏内を争う</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コースオフで後退し11位フィニッシュ</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視聴者にとっての意味—モータースポーツを追う立場として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日本人ドライバーの海外での奮闘を、具体的な事実とともに知ることができる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F1のリザーブドライバー制度・代役の仕組みを実例を通じて学べる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確定した事実(結果・コメント)と、確認できていないこと(本人コメント等)を区別する視点が役立つ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角田選手本人のレース後の直接コメントは確認できていない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2027年シーズンのレースシート獲得の見通しは確認できていない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本テーマは各情報源への直接アクセスではなく、検索結果の要約に基づいて調査している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主な情報源</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報道内容</a:t>
                      </a:r>
                    </a:p>
                  </a:txBody>
                  <a:tcPr>
                    <a:solidFill>
                      <a:srgbClr val="1E2761"/>
                    </a:solidFill>
                  </a:tcPr>
                </a:tc>
              </a:tr>
              <a:tr h="502920">
                <a:tc>
                  <a:txBody>
                    <a:bodyPr/>
                    <a:lstStyle/>
                    <a:p>
                      <a:pPr>
                        <a:defRPr sz="1200">
                          <a:solidFill>
                            <a:srgbClr val="1A1A2E"/>
                          </a:solidFill>
                          <a:latin typeface="Yu Gothic"/>
                        </a:defRPr>
                      </a:pPr>
                      <a:r>
                        <a:t>motorsport.com日本版(2026-08-24)</a:t>
                      </a:r>
                    </a:p>
                  </a:txBody>
                  <a:tcPr>
                    <a:solidFill>
                      <a:srgbClr val="FFFFFF"/>
                    </a:solidFill>
                  </a:tcPr>
                </a:tc>
                <a:tc>
                  <a:txBody>
                    <a:bodyPr/>
                    <a:lstStyle/>
                    <a:p>
                      <a:pPr>
                        <a:defRPr sz="1200">
                          <a:solidFill>
                            <a:srgbClr val="1A1A2E"/>
                          </a:solidFill>
                          <a:latin typeface="Yu Gothic"/>
                        </a:defRPr>
                      </a:pPr>
                      <a:r>
                        <a:t>出走の経緯・チーム代表コメント詳細</a:t>
                      </a:r>
                    </a:p>
                  </a:txBody>
                  <a:tcPr>
                    <a:solidFill>
                      <a:srgbClr val="FFFFFF"/>
                    </a:solidFill>
                  </a:tcPr>
                </a:tc>
              </a:tr>
              <a:tr h="502920">
                <a:tc>
                  <a:txBody>
                    <a:bodyPr/>
                    <a:lstStyle/>
                    <a:p>
                      <a:pPr>
                        <a:defRPr sz="1200">
                          <a:solidFill>
                            <a:srgbClr val="1A1A2E"/>
                          </a:solidFill>
                          <a:latin typeface="Yu Gothic"/>
                        </a:defRPr>
                      </a:pPr>
                      <a:r>
                        <a:t>TopNews(2026-08-24)</a:t>
                      </a:r>
                    </a:p>
                  </a:txBody>
                  <a:tcPr>
                    <a:solidFill>
                      <a:srgbClr val="F3F6FC"/>
                    </a:solidFill>
                  </a:tcPr>
                </a:tc>
                <a:tc>
                  <a:txBody>
                    <a:bodyPr/>
                    <a:lstStyle/>
                    <a:p>
                      <a:pPr>
                        <a:defRPr sz="1200">
                          <a:solidFill>
                            <a:srgbClr val="1A1A2E"/>
                          </a:solidFill>
                          <a:latin typeface="Yu Gothic"/>
                        </a:defRPr>
                      </a:pPr>
                      <a:r>
                        <a:t>決勝順位・コースオフの詳細</a:t>
                      </a:r>
                    </a:p>
                  </a:txBody>
                  <a:tcPr>
                    <a:solidFill>
                      <a:srgbClr val="F3F6FC"/>
                    </a:solidFill>
                  </a:tcPr>
                </a:tc>
              </a:tr>
              <a:tr h="502920">
                <a:tc>
                  <a:txBody>
                    <a:bodyPr/>
                    <a:lstStyle/>
                    <a:p>
                      <a:pPr>
                        <a:defRPr sz="1200">
                          <a:solidFill>
                            <a:srgbClr val="1A1A2E"/>
                          </a:solidFill>
                          <a:latin typeface="Yu Gothic"/>
                        </a:defRPr>
                      </a:pPr>
                      <a:r>
                        <a:t>オートスポーツweb(2026-08-24)</a:t>
                      </a:r>
                    </a:p>
                  </a:txBody>
                  <a:tcPr>
                    <a:solidFill>
                      <a:srgbClr val="FFFFFF"/>
                    </a:solidFill>
                  </a:tcPr>
                </a:tc>
                <a:tc>
                  <a:txBody>
                    <a:bodyPr/>
                    <a:lstStyle/>
                    <a:p>
                      <a:pPr>
                        <a:defRPr sz="1200">
                          <a:solidFill>
                            <a:srgbClr val="1A1A2E"/>
                          </a:solidFill>
                          <a:latin typeface="Yu Gothic"/>
                        </a:defRPr>
                      </a:pPr>
                      <a:r>
                        <a:t>レース全体の結果・ホンダPUの動向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日本人選手の海外での活躍を追う立場として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F1における日本人ドライバーの奮闘を、具体的な事実とともに把握できる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F1ファンの立場として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リザーブドライバー制度・代役の仕組みを実例を通じて理解できる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確定した事実と、確認できていない今後の見通しを明確に区別する視点が役立つ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Q3進出まであとわずか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0.1秒差 予選でQ3進出を逃した差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初めての2026年型マシンでの結果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jp.motorsport.com(2026-08-24)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角田選手の今回の記録まとめ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出走までの経緯・準備</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1戦限りの代役(ハジャー→ローソン昇格の連鎖)</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シミュレーター練習わずか1日</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結果</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予選12番手(Q3進出まで0.1秒差)</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決勝11位(コースオフでポイント逃す)</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2026年8月23日(現地時間)、角田裕毅選手がF1オランダGPに1戦限りの代役として電撃参戦した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シミュレーター練習わずか1日という準備不足の中、予選12番手・決勝は終始入賞圏内を争った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決勝はコースオフで11位に後退しポイント獲得はならなかったが、チーム代表から驚異的な走りと絶賛された</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次戦イタリアGPでは再びリザーブドライバーに戻ることが事実上確定的である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motorsport.com日本版・オートスポーツweb等(2026-08-24)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角田裕毅、準備1日で挑んだF1電撃復帰。</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2026年8月23日、角田裕毅選手がF1オランダGPに1戦限りの代役として電撃参戦し、準備不足の中で健闘しました。チーム代表の評価とともに、出典付きで整理してお届けしました。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