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本日はAnthropicのSlack向け新機能『Claude Tag』の移行期限到来の話題をお届けします。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今日は、何が起きたのか、Claude Tagの主な機能、従来との違い、管理者にとっての課題、今後の見通しをお伝えします。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Anthropicが6月に発表したClaude Tagへの移行期限が、本日8月3日に到来しました。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その移行期限がこちら、本日2026年8月3日です。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主な機能を整理すると、この4点です。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Tagは、Anthropicが提供するSlack向けの常駐型AIエージェントです。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従来は個人が都度呼び出すツールでしたが、Claude Tagはチャンネルに常駐する存在として設計されています。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位置づけを図で見ると、個人が呼び出すツールから、チームで共有する常駐型の存在への転換です。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移行期間として30日間が設けられました。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一部媒体では、常駐型AIへの転換が管理者にもたらす新たな課題にも言及されています。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利点と課題をまとめると、この表の通りです。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Tagが活用する基盤モデルは、Claude Opus 4.8です。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従来のClaude in Slackと比べると、Claude Tagはチャンネルに常駐し、チーム単位での委任が可能になった点が異なります。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を確認します。本テーマはAnthropic自身の製品を扱い、本パイプライン自体もAnthropicの技術を利用しているため、利点だけでなく課題にも触れ、特定製品の利用を強く推奨する結論に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発表から移行期限までの流れを図で見ると、6月23日の発表から30日間の移行期間を経て、本日8月3日の期限を迎えました。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この話題が注目される理由は、AIが常駐する同僚になるという変化の分かりやすさ、具体的な期限があることです。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ここまでを総括します。AIがSlackに常駐する存在へと変わる、その移行期限が本日到来しました。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ここからは推測です。利用の定着、管理体制の整備、他サービスへの波及が焦点になりそうです。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想定される影響としては、チームの働き方の変化、管理者の役割の見直しが挙げられます。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本テーマでは数字の創作をせず、特定製品の利用を強く推奨する結論にもしていません。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出典はこの表の通り、複数の独立した専門メディアです。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確認できたことと確認できなかったことを正直に整理します。管理者側の具体的な課題の詳細や、実際の利用状況の統計は確認できていません。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改めて確認します。本日、Claude Tagへの移行期限が到来しました。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発表から報道、そして本日の移行期限到来までの流れを図にすると、このようになります。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皆さんは、常駐型AIエージェントとどのように働きたいですか。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数字で見ると、6月23日の発表から30日間の移行期間を経て、8月3日の期限です。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改めて総括します。AIが職場に常駐する時代への、一つの節目でした。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常駐型AIエージェントの利用状況、そして管理体制の整備に注目していきましょう。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今回もありがとうございました。Claude Tagの移行期限到来の話題をお届けしました。次回もお楽しみに。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今日から、Slackに「AIの同僚」が常駐する。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Anthropic「Claude Tag」、Slack移行期限が本日(8月3日)に到来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財経新聞・Innovatopia ほか(2026-06〜08) ※着手日と同日が移行期限です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Claude Tagの主な機能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従来との違い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管理者にとっての課題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Anthropicが2026年6月23日、Slack向け新機能『Claude Tag』を発表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従来の『Claude in Slack』アプリからの移行期限が本日8月3日に到来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期限後は旧アプリから自動移行される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財経新聞(2026-06-29)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移行期限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2026年8月3日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従来の『Claude in Slack』アプリからの正式な移行期限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財経新聞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2026年6月23日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移行期限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移行期間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30日間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提供プラン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Team・Enterprise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Claude Tagの主な機能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常駐型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チャンネルに常駐する組織のメンバーのような存在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タグ付け依頼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@Claudeでチームがタスクを非同期で委任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共有コンテキスト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チームのツール・コンテキストを使って作業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基盤モデル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Claude Opus 4.8を活用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Claude Tagとは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提供元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対応サービス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Slack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位置づけ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常駐型のAIエージェント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従来のClaude in Slackとの違い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従来: 個人が都度呼び出すツール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Claude Tag: チャンネルに常駐する組織のメンバーのような存在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タスクの委任がチーム単位・非同期で可能に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天秤AIメディア(GMO)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常駐型AIの位置づけ(概念)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従来のツール型AI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個人が都度呼び出す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Claude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チャンネルに常駐し、チームで共有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移行期間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30日間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6月23日の発表から8月3日の期限まで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管理者にとっての課題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常駐型AIへの転換に伴う権限管理の見直し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チーム単位でのタスク委任に対する監督体制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一部媒体で『管理者の課題』として言及されている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財経新聞(2026-06-29)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利点と課題まとめ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利点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チーム単位でのタスク委任・共有コンテキストの活用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課題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権限管理・監督体制の見直しが必要とされる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基盤モデル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Claude Opus 4.8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Claude Tagが活用するモデル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Claude in SlackとClaude 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Claude in Slack(従来)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個人が都度呼び出すツール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2026年8月3日で終了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Claude Tag(新機能)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チャンネルに常駐する存在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チーム単位でのタスク委任が可能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【重要】本テーマの公平性についての開示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本テーマはAnthropic自身の製品(Claude Tag)を扱う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 Company OSのパイプライン自体もAnthropicの技術を利用している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機能の利点だけでなく、管理者側の課題にも触れてバランスを取る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特定製品の利用を強く推奨する結論にはしない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発表から移行期限までの流れ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2026年6月23日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Claude Tagを発表、ベータ提供開始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30日間の移行期間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利用者が順次移行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2026年8月3日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移行期限、旧アプリは自動移行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なぜ話題になっているのか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『AIが職場に常駐する同僚になる』という変化の分かりやすさ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移行期限という具体的な日付があること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管理者側の課題という両面が報じられている点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AIが、Slackに常駐する存在へ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Claude Tagへの移行期限が本日到来した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利用の定着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常駐型AIエージェントの利用が定着するか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管理体制の整備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権限管理・監督体制の整備が進む可能性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他サービスへの波及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他のチャットツールへの同様の展開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チームの働き方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非同期でのタスク委任が一般化する可能性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管理者の役割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権限管理・監督体制の見直しが求められる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業界全体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常駐型AIエージェントの普及への影響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数字の創作はせず、報道された内容のみを扱う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特定製品の利用を強く推奨する結論にはしない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自社が利用する技術に関する話題のため公平性に特に配慮する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財経新聞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発表内容・管理者の課題を報道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Innovatopia / 天秤AIメディア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機能詳細・移行期限を報道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AI総合研究所 / デジタルゴリラ / ofox.ai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設定方法・活用方法を報道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発表日・移行期限・主な機能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従来との違い・基盤モデル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管理者側の具体的な課題の詳細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実際の自動移行組織数・利用状況の統計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Claude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2026年8月3日、移行期限到来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Slackに常駐するAIエージェント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発表(6月23日)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Claude Tagのベータ提供開始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複数の専門メディアが解説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移行期限(8月3日)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本日、話題化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常駐型AIエージェントと、どのように働きたいですか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管理者としての権限管理、どう向き合うべきだと思いますか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数字で見るClaude 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発表日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2026年6月23日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移行期間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30日間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移行期限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2026年8月3日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AIが職場に常駐する時代へ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Claude Tag、2026年8月3日に移行期限が到来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常駐型AIエージェントの利用状況、管理体制の整備に注目していきます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Anthropicの『Claude Tag』、Slack移行期限が本日到来(2026年8月3日)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個人が呼び出すツールから、チームに常駐する存在への転換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利点だけでなく、管理者側の課題にも触れて紹介した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財経新聞・Innovatopia ほか(2026-06〜08)｜定期実行101本目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