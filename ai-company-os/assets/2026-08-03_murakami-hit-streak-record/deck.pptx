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本日はホワイトソックスの村上宗隆選手が達成した、メジャー自己最長10試合連続安打の話題をお届けします。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今日は、何が起きたのか、記録の詳細、村上選手のプロフィール、注目される理由、今後の見通しをお伝えします。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8月2日のレイズ戦、村上選手は右翼線二塁打で、メジャー自己最長の10試合連続安打を記録しました。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その記録がこちら、メジャー自己最長の10試合連続安打です。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記録の概要をまとめると、この表の通りです。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この試合の詳細を整理すると、この4点です。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村上宗隆選手はホワイトソックス所属、26歳の内野手です。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直近10試合は打率.317、4本塁打、9打点、OPS1.074という好成績です。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連続記録の推移を図で見ると、試合を重ねるごとに記録が更新され、8月2日に自己最長へ到達しました。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同時に、19試合連続出塁というメジャー自己最長の記録も達成しています。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この試合でホワイトソックスは9-1で快勝し、強豪レイズとのシリーズを勝ち越しました。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既存テーマで扱った代打逆転満塁弾は1試合での一発の記録ですが、本テーマは10試合にわたる継続的な記録であり、重複ではありません。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総合指標であるOPSも1.074と、非常に高い水準です。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直近10試合の成績をまとめると、この表の通りです。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この記録が注目される理由は、自己最長という分かりやすさ、連続安打と連続出塁の同時更新、そしてチームへの貢献にあります。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記録更新までの経緯を図で見ると、複数試合にわたる安打の継続、高水準の打率という好調の要因を経て、8月2日に自己最長を達成しました。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確認できたことと確認できなかったことを正直に整理します。球団記録との比較や通算成績の全体像は確認できていません。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本テーマを総括します。村上選手は10試合連続安打・19試合連続出塁という、メジャーでの自己最長記録を同時に更新しました。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ここからは推測です。記録の継続、チームへのさらなる貢献、シーズン終盤の成績が注目されます。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確認できる範囲でのハイライトを整理すると、7月の代打逆転満塁弾と、今回の連続記録更新です。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本テーマでは数字の創作をせず、球団記録等との比較も断定していません。政治的な話題とは無関係の、明るいスポーツニュースです。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出典はこの表の通り、複数の独立したスポーツ専門メディアです。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皆さんは、村上選手の連続安打が今後どこまで伸びると思いますか。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改めて、ホワイトソックス・村上宗隆選手のメジャー自己最長記録です。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記録達成から報道、話題化までの流れを図にすると、このようになります。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確認できる範囲での今シーズンの歩みを整理すると、7月の代打逆転満塁弾と、今回の連続記録更新の2点です。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数字で見ると、連続安打10試合、連続出塁19試合、直近10試合のOPS1.074という好成績です。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改めて総括します。村上選手はメジャーでの自己最長記録を同時に更新しました。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村上選手の連続記録の行方、そして今後の活躍に注目していきましょう。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今回もありがとうございました。村上宗隆選手のメジャー自己最長記録更新の話題をお届けしました。次回もお楽しみに。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満塁弾の男が、今度は10試合連続で安打を打ち続けた。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ホワイトソックス・村上宗隆選手、メジャー自己最長10試合連続安打・19試合連続出塁を達成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BFAE84"/>
                </a:solidFill>
                <a:latin typeface="Yu Gothic"/>
              </a:rPr>
              <a:t>出典: スポニチアネックス・中日スポーツ ほか(2026-08-03報道) ※着手日とほぼ同日の話題です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今日わかること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何が起きたのか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記録の詳細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村上選手のプロフィール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なぜこの記録が注目されるのか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今後の見通し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何が起きたのか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村上宗隆選手が2026年8月2日(米国時間)のレイズ戦で右翼線二塁打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メジャー自己最長となる10試合連続安打を記録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同時に19試合連続出塁も記録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ホワイトソックスは9-1で快勝しシリーズを勝ち越し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スポニチアネックス(2026-08-03)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スポニチアネックス・中日スポーツ ほか(2026-08-03報道)｜定期実行94本目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自己最長記録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10試合連続安打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2026年8月2日(米国時間)、レイズ戦の右翼線二塁打で達成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スポニチアネックス(2026-08-03)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記録の概要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数字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連続安打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10試合(自己最長)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連続出塁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19試合(自己最長)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直近10試合の打率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.317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直近10試合の本塁打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4本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直近10試合の打点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9打点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スポニチアネックス・中日スポーツ ほか(2026-08-03報道)｜定期実行94本目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この試合の詳細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対戦相手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レイズ(米国時間8月2日)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結果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右翼線二塁打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チーム結果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ホワイトソックスが9-1で快勝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シリーズ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2勝1敗で勝ち越し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スポニチアネックス・中日スポーツ ほか(2026-08-03報道)｜定期実行94本目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村上宗隆選手プロフィール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所属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ホワイトソックス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2253" y="1609344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56533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853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年齢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853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26歳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1587" y="1609344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55867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0187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ポジション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0187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内野手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00921" y="1609344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55201" y="1554480"/>
            <a:ext cx="2579293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29521" y="1828800"/>
            <a:ext cx="203065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直近の話題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9521" y="2514600"/>
            <a:ext cx="2030653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メジャー自己最長の連続安打記録を更新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スポニチアネックス・中日スポーツ ほか(2026-08-03報道)｜定期実行94本目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直近10試合の好調ぶり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打率.317という高い水準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4本塁打・9打点と長打力も発揮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OPS1.074という優れた総合指標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スポニチアネックス(2026-08-03)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スポニチアネックス・中日スポーツ ほか(2026-08-03報道)｜定期実行94本目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連続記録の推移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526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3069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898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連続安打の継続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98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試合を重ねるごとに記録を更新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575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530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073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02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8月2日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02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10試合連続安打で自己最長を達成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スポニチアネックス・中日スポーツ ほか(2026-08-03報道)｜定期実行94本目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同時に達成した記録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19試合連続出塁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10試合連続安打と同時にメジャー自己最長を記録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中日スポーツ(2026-08-03)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チーム成績への貢献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この試合でホワイトソックスは9-1で快勝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強豪レイズとのシリーズを2勝1敗と勝ち越し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村上選手の好調がチームの勝利に貢献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日刊スポーツ(2026-08-03)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スポニチアネックス・中日スポーツ ほか(2026-08-03報道)｜定期実行94本目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似たテーマとの違い(重複でないことの確認)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既存テーマ(代打逆転満塁弾)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1試合での一発の記録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2026年7月27日の出来事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本テーマ(連続安打記録)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10試合にわたる継続的な記録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2026年8月2日に自己最長を達成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スポニチアネックス・中日スポーツ ほか(2026-08-03報道)｜定期実行94本目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総合指標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OPS 1.074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直近10試合の出塁率+長打率の合計値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スポニチアネックス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直近10試合の成績まとめ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数字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打率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.317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本塁打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4本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打点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9打点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OPS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1.074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スポニチアネックス・中日スポーツ ほか(2026-08-03報道)｜定期実行94本目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なぜこの記録が注目されるのか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『自己最長』という分かりやすい記録更新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連続安打と連続出塁を同時に更新した点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チームの快勝・シリーズ勝ち越しにも貢献した点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スポニチアネックス・中日スポーツ ほか(2026-08-03報道)｜定期実行94本目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記録更新までの経緯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連続安打の継続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複数試合にわたり安打を継続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好調の要因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直近10試合で打率.317の高水準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8月2日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10試合連続安打で自己最長を達成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スポニチアネックス・中日スポーツ ほか(2026-08-03報道)｜定期実行94本目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確認できたこと・できなかったこと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確認済み: 10試合連続安打・19試合連続出塁という自己最長記録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確認済み: 直近10試合の打率・本塁打・打点・OPS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未確認: 球団記録・日本人メジャーリーガー記録との比較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未確認: 今シーズン通算成績の全体像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スポニチアネックス・中日スポーツ ほか(2026-08-03報道)｜定期実行94本目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10試合連続安打・19試合連続出塁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村上宗隆選手が、メジャーでの自己最長記録を同時に更新した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今後の見通し(ここからは推測)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記録の継続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連続安打・連続出塁がさらに伸びるか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チームへの貢献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今後の試合でのさらなる活躍への期待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シーズン終盤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終盤戦での成績への注目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スポニチアネックス・中日スポーツ ほか(2026-08-03報道)｜定期実行94本目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シーズンのハイライト(確認できる範囲)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7月27日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代打逆転満塁弾(既存テーマ)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8月2日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10試合連続安打・19試合連続出塁を達成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スポニチアネックス・中日スポーツ ほか(2026-08-03報道)｜定期実行94本目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リスク・配慮事項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数字の創作はせず、報道された数字のみを扱う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球団記録・NPB出身選手記録との比較は断定しない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政治的な話題とは無関係の、明るいスポーツニュースとして紹介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スポニチアネックス・中日スポーツ ほか(2026-08-03報道)｜定期実行94本目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媒体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日付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スポニチアネックス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2026-08-03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記録達成・チーム結果を報道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中日スポーツ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2026-08-03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連続安打・連続出塁の詳細を報道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日刊スポーツ / サンスポ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2026-08-03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試合詳細・成績を報道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スポニチアネックス・中日スポーツ ほか(2026-08-03報道)｜定期実行94本目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視聴者への問いかけ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村上選手の連続安打は、今後どこまで伸びるのか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この好調はシーズン終盤までどう続くのか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スポニチアネックス・中日スポーツ ほか(2026-08-03報道)｜定期実行94本目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10試合連続安打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メジャー自己最長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ホワイトソックス・村上宗隆選手、2026年8月2日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この話題の広がり方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記録達成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8月2日、レイズ戦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報道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複数のスポーツ専門メディアが速報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話題化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SNS・ニュースで拡散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スポニチアネックス・中日スポーツ ほか(2026-08-03報道)｜定期実行94本目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村上選手の今シーズンの歩み(確認範囲)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7月27日: 代打逆転満塁弾(既存テーマで紹介済み)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8月2日: 10試合連続安打・19試合連続出塁を達成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確認できる範囲での主なハイライトはこの2点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スポニチアネックス・中日スポーツ ほか(2026-08-03報道)｜定期実行94本目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数字で見る村上選手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連続安打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10試合(自己最長)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連続出塁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19試合(自己最長)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直近10試合OPS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1.074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スポニチアネックス・中日スポーツ ほか(2026-08-03報道)｜定期実行94本目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自己最長記録を同時更新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村上宗隆選手、10試合連続安打・19試合連続出塁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続報にも注目です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7DCC2"/>
                </a:solidFill>
                <a:latin typeface="Yu Gothic"/>
              </a:rPr>
              <a:t>村上選手の連続記録の行方、今後の活躍に注目していきます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続報をお楽しみに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村上宗隆選手がメジャー自己最長の10試合連続安打・19試合連続出塁を達成(8月2日)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直近10試合は打率.317、OPS1.074の好成績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既存テーマ(代打逆転満塁弾)とは異なる、連続記録の更新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OS｜出典: スポニチアネックス・中日スポーツ ほか(2026-08-03報道)｜定期実行94本目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