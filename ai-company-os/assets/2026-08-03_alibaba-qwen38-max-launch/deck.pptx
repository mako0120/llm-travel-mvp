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本日はAlibabaが発表した、2.4兆パラメータのAIモデル『Qwen3.8-Max』の話題をお届けします。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今日は、何が発表されたのか、主な特徴、性能主張の内容、話題になっている理由、今後の見通しをお伝えします。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2026年8月3日、Alibaba Cloudが2.4兆パラメータのAIモデル『Qwen3.8-Max』を正式リリースしました。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その規模がこちら、2.4兆パラメータです。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スペックの概要をまとめると、この表の通りです。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主な特徴を整理すると、この4点です。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Alibaba Cloudは、中国のクラウド・AIサービス企業です。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MoE構成とは、全パラメータのうち必要な部分だけを都度活性化する仕組みです。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モデルの仕組みを図で見ると、全体の中から必要な部分だけを選んで活性化する構成です。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コンテキストウィンドウは100万トークン、長い文脈を一度に扱えます。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一部報道では、著名AIモデルを超える性能を主張していると報じられていますが、評価基準の詳細は確認できていません。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報道内では、Anthropic・OpenAIのモデルが比較対象として言及されています。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実際に活性化されるのは950億パラメータです。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総パラメータ数は2.4兆ですが、実際に計算に使われる活性化パラメータは950億です。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ここで大事な点を確認します。本テーマではAnthropicのモデルが比較対象として言及されますが、いずれかへの宣伝・貶めを目的とせず、性能主張の真偽も断定していません。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オープン化までの流れを図で見ると、8月3日のリリースから、来週のオープンウェイト公開へと続く予定です。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この話題が注目される理由は、2.4兆パラメータという規模の衝撃性、著名AIモデルとの比較に言及される構図です。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ここまでを総括します。史上最大級のモデルが、AI業界に登場しました。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ここからは推測です。オープンウェイト公開の詳細、第三者による性能検証、業界への影響が焦点になりそうです。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業界への影響としては、大規模化競争、オープン化の流れ、利用者の選択肢拡大が挙げられます。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本テーマでは数字の創作をせず、性能主張の真偽を断定せず、特定企業への宣伝・貶めも避けています。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出典はこの表の通り、複数の独立したテック専門メディアです。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確認できたことと確認できなかったことを正直に整理します。性能主張の評価基準や、公開の正確な日時は確認できていません。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改めて確認します。2.4兆パラメータのAIモデル、Qwen3.8-Maxです。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リリースから報道、話題化までの流れを図にすると、このようになります。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皆さんは、モデルの規模拡大競争が今後どこまで続くと思いますか。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数字で見ると、総パラメータ2.4兆、活性化パラメータ950億、コンテキストウィンドウ100万トークンです。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改めて総括します。2.4兆パラメータの、史上最大級のモデルが登場しました。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オープンウェイト版の公開、そして第三者による性能検証に注目していきましょう。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今回もありがとうございました。Qwen3.8-Maxの話題をお届けしました。次回もお楽しみに。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642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2.4兆という数字が、AI業界の序列を揺さぶり始めた。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Alibaba、2.4兆パラメータのAIモデル「Qwen3.8-Max」を発表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FA3D0"/>
                </a:solidFill>
                <a:latin typeface="Yu Gothic"/>
              </a:rPr>
              <a:t>出典: gihyo.jp・ITmedia AI+(2026-08-03) ※着手日と同日の話題です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Yu Gothic"/>
              </a:rPr>
              <a:t>今日わかること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92024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93852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何が発表されたのか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71576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主な特徴・スペック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47472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49300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性能主張の内容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5196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27024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なぜ話題になっているのか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02920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504748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今後の見通し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何が発表されたのか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Alibaba Cloudが2026年8月3日、AIモデル『Qwen3.8-Max』を正式リリース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モデルの規模は2.4兆パラメータ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この規模のモデルをオープン化するのはAlibaba Cloud初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gihyo.jp(2026-08-03)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gihyo.jp・ITmedia AI+(2026-08-03)｜定期実行99本目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5559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ADCFC"/>
                </a:solidFill>
                <a:latin typeface="Yu Gothic"/>
              </a:rPr>
              <a:t>モデルの規模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D9A441"/>
                </a:solidFill>
                <a:latin typeface="Yu Gothic"/>
              </a:rPr>
              <a:t>2.4兆パラメータ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Alibaba Cloud史上最大級のモデル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8FA3D0"/>
                </a:solidFill>
                <a:latin typeface="Yu Gothic"/>
              </a:rPr>
              <a:t>出典: gihyo.jp(2026-08-03)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31949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スペック概要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総パラメータ数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2.4兆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活性化パラメータ数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950億(トークンごと)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構成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Mixture-of-Experts(MoE)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コンテキストウィンドウ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100万トークン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gihyo.jp・ITmedia AI+(2026-08-03)｜定期実行99本目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8339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主な特徴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大規模MoE構成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2.4兆パラメータのうち一部のみを活性化</a:t>
            </a:r>
          </a:p>
        </p:txBody>
      </p:sp>
      <p:sp>
        <p:nvSpPr>
          <p:cNvPr id="11" name="Chevron 10"/>
          <p:cNvSpPr/>
          <p:nvPr/>
        </p:nvSpPr>
        <p:spPr>
          <a:xfrm>
            <a:off x="3068040" y="3200400"/>
            <a:ext cx="234086" cy="365760"/>
          </a:xfrm>
          <a:prstGeom prst="chevron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13683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67963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42283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2283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長文脈対応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2283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100万トークンのコンテキストウィンドウ</a:t>
            </a:r>
          </a:p>
        </p:txBody>
      </p:sp>
      <p:sp>
        <p:nvSpPr>
          <p:cNvPr id="17" name="Chevron 16"/>
          <p:cNvSpPr/>
          <p:nvPr/>
        </p:nvSpPr>
        <p:spPr>
          <a:xfrm>
            <a:off x="5978804" y="3200400"/>
            <a:ext cx="234086" cy="365760"/>
          </a:xfrm>
          <a:prstGeom prst="chevron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24447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78727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53047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047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自律コーディング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047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10日を超える自律的な作業が可能とされる</a:t>
            </a:r>
          </a:p>
        </p:txBody>
      </p:sp>
      <p:sp>
        <p:nvSpPr>
          <p:cNvPr id="23" name="Chevron 22"/>
          <p:cNvSpPr/>
          <p:nvPr/>
        </p:nvSpPr>
        <p:spPr>
          <a:xfrm>
            <a:off x="8889568" y="3200400"/>
            <a:ext cx="234086" cy="365760"/>
          </a:xfrm>
          <a:prstGeom prst="chevron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35211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89491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63811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3811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オープン化予定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3811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来週にオープンウェイト版を公開予定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gihyo.jp・ITmedia AI+(2026-08-03)｜定期実行99本目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44728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Alibaba Cloudとは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所在地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中国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事業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クラウド・AIサービス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今回の発表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史上最大級のAIモデルのリリース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gihyo.jp・ITmedia AI+(2026-08-03)｜定期実行99本目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51118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MoE構成とは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全パラメータのうち、必要な部分だけを都度活性化する仕組み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2.4兆パラメータのうち、実際に使うのは950億パラメータ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効率的な計算を可能にする技術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Ledge.ai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gihyo.jp・ITmedia AI+(2026-08-03)｜定期実行99本目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508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モデルの仕組み(概念)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全体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2.4兆パラメータ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MoE構成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必要な部分のみを選択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活性化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950億パラメータを都度使用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gihyo.jp・ITmedia AI+(2026-08-03)｜定期実行99本目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ADCFC"/>
                </a:solidFill>
                <a:latin typeface="Yu Gothic"/>
              </a:rPr>
              <a:t>コンテキストウィンドウ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D9A441"/>
                </a:solidFill>
                <a:latin typeface="Yu Gothic"/>
              </a:rPr>
              <a:t>100万トークン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長い文脈を一度に扱える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470288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性能主張の内容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一部報道で、著名AIモデルを超える性能を主張していると報じられる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10日を超える自律的なコーディング作業が可能との報道もある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評価基準・ベンチマークの詳細は本調査の時点では確認できていない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ITmedia AI+(2026-08-03)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gihyo.jp・ITmedia AI+(2026-08-03)｜定期実行99本目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876678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比較対象として言及されるモデル(報道内の記述)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比較対象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備考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Anthropicのモデル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報道内で比較対象として言及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OpenAIのモデル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報道内で比較対象として言及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gihyo.jp・ITmedia AI+(2026-08-03)｜定期実行99本目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283067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ADCFC"/>
                </a:solidFill>
                <a:latin typeface="Yu Gothic"/>
              </a:rPr>
              <a:t>活性化パラメータ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D9A441"/>
                </a:solidFill>
                <a:latin typeface="Yu Gothic"/>
              </a:rPr>
              <a:t>950億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2.4兆パラメータのうち、実際に使われる規模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8FA3D0"/>
                </a:solidFill>
                <a:latin typeface="Yu Gothic"/>
              </a:rPr>
              <a:t>出典: Ledge.ai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689457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全体パラメータと活性化パラメータ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Yu Gothic"/>
              </a:rPr>
              <a:t>総パラメータ数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2.4兆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08152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モデル全体の規模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Yu Gothic"/>
              </a:rPr>
              <a:t>活性化パラメータ数</a:t>
            </a:r>
          </a:p>
        </p:txBody>
      </p:sp>
      <p:sp>
        <p:nvSpPr>
          <p:cNvPr id="16" name="Oval 15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950億(トークンごと)</a:t>
            </a:r>
          </a:p>
        </p:txBody>
      </p:sp>
      <p:sp>
        <p:nvSpPr>
          <p:cNvPr id="18" name="Oval 17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実際の計算に使われる規模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gihyo.jp・ITmedia AI+(2026-08-03)｜定期実行99本目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【重要】本テーマの公平性についての開示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本テーマではAnthropicのモデルが比較対象として言及される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これはAlibaba・Anthropicいずれかへの宣伝・貶めを目的としない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性能主張の真偽は断定せず、報道された内容の紹介にとどめる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gihyo.jp・ITmedia AI+(2026-08-03)｜定期実行99本目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02237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オープン化までの流れ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2026年8月3日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Qwen3.8-Maxを正式リリース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来週予定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オープンウェイト版を公開予定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その後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小型のQwen3.8-27Bも公開予定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gihyo.jp・ITmedia AI+(2026-08-03)｜定期実行99本目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908627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なぜ話題になっているのか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2.4兆パラメータという規模の衝撃性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著名AIモデルとの比較に言及される構図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Alibaba Cloud初のこの規模のオープン化という点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gihyo.jp・ITmedia AI+(2026-08-03)｜定期実行99本目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017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ADCFC"/>
                </a:solidFill>
                <a:latin typeface="Yu Gothic"/>
              </a:rPr>
              <a:t>ここまでの総括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D9A441"/>
                </a:solidFill>
                <a:latin typeface="Yu Gothic"/>
              </a:rPr>
              <a:t>史上最大級のモデルが、AI業界に登場した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2026年8月3日、Alibaba Cloudがリリース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2140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今後の見通し(ここからは推測)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オープンウェイト公開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来週予定される公開の詳細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8295" y="3200400"/>
            <a:ext cx="234086" cy="365760"/>
          </a:xfrm>
          <a:prstGeom prst="chevron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3938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2538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2538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性能検証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2538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第三者による性能検証が進む可能性</a:t>
            </a:r>
          </a:p>
        </p:txBody>
      </p:sp>
      <p:sp>
        <p:nvSpPr>
          <p:cNvPr id="17" name="Chevron 16"/>
          <p:cNvSpPr/>
          <p:nvPr/>
        </p:nvSpPr>
        <p:spPr>
          <a:xfrm>
            <a:off x="7919313" y="3200400"/>
            <a:ext cx="234086" cy="365760"/>
          </a:xfrm>
          <a:prstGeom prst="chevron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64956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19236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93556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3556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業界への影響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3556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他社の開発競争への影響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gihyo.jp・ITmedia AI+(2026-08-03)｜定期実行99本目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業界への影響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大規模化競争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各社のモデル規模拡大競争への影響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オープン化の流れ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高性能モデルの無料公開が続く動き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利用者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選択肢の広がり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gihyo.jp・ITmedia AI+(2026-08-03)｜定期実行99本目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リスク・配慮事項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数字の創作はせず、報道された仕様のみを扱う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性能主張の真偽を断定しない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Anthropic・OpenAIを含む特定企業への宣伝・貶めを避ける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gihyo.jp・ITmedia AI+(2026-08-03)｜定期実行99本目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94057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出典一覧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媒体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gihyo.jp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モデル概要・スペックを報道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ITmedia AI+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性能主張・オープン化予定を報道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Ledge.ai / PC Watch / XenoSpectrum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技術詳細・自律コーディングを報道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gihyo.jp・ITmedia AI+(2026-08-03)｜定期実行99本目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34696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確認できたこと・できなかったこと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確認済み: モデルの規模・構成・コンテキストウィンドウ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確認済み: オープン化予定の概要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未確認: 性能主張の具体的な評価基準・ベンチマーク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81304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947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未確認: オープンウェイト版公開の正確な日時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gihyo.jp・ITmedia AI+(2026-08-03)｜定期実行99本目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75335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ADCFC"/>
                </a:solidFill>
                <a:latin typeface="Yu Gothic"/>
              </a:rPr>
              <a:t>Qwen3.8-Max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D9A441"/>
                </a:solidFill>
                <a:latin typeface="Yu Gothic"/>
              </a:rPr>
              <a:t>2.4兆パラメータ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2026年8月3日、Alibaba Cloudが正式リリース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15974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この話題の広がり方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リリース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8月3日、正式発表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報道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テック専門媒体が速報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話題化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SNS・開発者コミュニティで拡散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gihyo.jp・ITmedia AI+(2026-08-03)｜定期実行99本目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66135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視聴者への問いかけ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モデルの規模拡大競争は、今後どこまで続くと思いますか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オープンウェイト公開が業界にどんな影響を与えると思いますか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gihyo.jp・ITmedia AI+(2026-08-03)｜定期実行99本目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525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数字で見るQwen3.8-Max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総パラメータ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2.4兆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活性化パラメータ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950億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コンテキストウィンドウ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100万トークン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gihyo.jp・ITmedia AI+(2026-08-03)｜定期実行99本目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78915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ADCFC"/>
                </a:solidFill>
                <a:latin typeface="Yu Gothic"/>
              </a:rPr>
              <a:t>本テーマの総括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D9A441"/>
                </a:solidFill>
                <a:latin typeface="Yu Gothic"/>
              </a:rPr>
              <a:t>2.4兆パラメータの、史上最大級モデル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Alibaba Cloud、2026年8月3日にQwen3.8-Maxを発表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785305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Yu Gothic"/>
              </a:rPr>
              <a:t>続報にも注目です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CADCFC"/>
                </a:solidFill>
                <a:latin typeface="Yu Gothic"/>
              </a:rPr>
              <a:t>オープンウェイト版の公開、第三者による性能検証に注目していきます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4626864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4572000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828032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Yu Gothic"/>
              </a:rPr>
              <a:t>続報をお楽しみに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まとめ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Alibaba Cloudが2.4兆パラメータのAIモデル『Qwen3.8-Max』を発表(2026年8月3日)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MoE構成で950億パラメータを活性化、100万トークンのコンテキストウィンドウ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オープンウェイト版は来週公開予定、著名モデルとの比較にも言及される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OS｜出典: gihyo.jp・ITmedia AI+(2026-08-03)｜定期実行99本目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