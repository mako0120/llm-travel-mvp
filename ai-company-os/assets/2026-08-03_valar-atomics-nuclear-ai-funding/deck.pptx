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本日は原子炉スタートアップValar Atomicsが10億ドルを調達したという話題をお届けします。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今日は、何が起きたのか、Valar Atomicsとは、資金調達の詳細、AIデータセンターとの関係をお伝えします。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原子炉スタートアップのValar Atomicsが、Sequoia主導で10億ドルの資金調達を実施したと報じられました。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その調達額がこちら、10億ドルです。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概要をまとめると、この表の通りです。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Valar Atomicsは、小型モジュール式原子炉を開発するスタートアップです。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小型モジュール式原子炉は、モジュール化・小型化により、迅速かつ安価な展開が期待されています。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資金調達は10億ドル、評価額は約60億ドルとされ、過去の調達実績を大きく上回っています。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資金調達の推移を図で見ると、過去の調達から評価額交渉を経て、今回の確定に至りました。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過去の調達実績と比べると、今回は調達額・評価額ともに大きく上回っています。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評価額は約60億ドルとされています。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報じたメディアは、StartupHub.ai、zamin.uz、TechCrunchです。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Valar AtomicsはNvidia AIチップに電力を供給する原子炉のデモンストレーションを実施しています。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電力需要の背景を整理すると、AIデータセンターの消費電力拡大が、原子力への関心につながっているとされます。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AIと原子力の関係を図で見ると、AIの電力需要増加が原子力発電への注目につながっています。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ここまでを総括します。原子炉がAIの電源になる時代へ、その一つの節目が今回の資金調達です。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ここからは推測です。原子炉の実用化、他社の追随、規制の動向が焦点になりそうです。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想定される影響としては、AI業界の電力調達戦略の多様化、原子力業界への投資拡大が挙げられます。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AI向けの電力確保を目指す動きは他にも報じられており、既存テーマとエネルギー源・当事者が異なる点で本テーマは独立しています。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本テーマでは数字の創作をせず、原子力発電の安全性についても過度な評価をしていません。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出典はこの表の通り、独立した複数の報道・スタートアップ専門メディアです。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確認できたことと確認できなかったことを正直に整理します。資金の具体的な使途の内訳はまだ確認できていません。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改めて確認します。Valar Atomicsが、Sequoia Capital主導で10億ドルを調達しました。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従来型原子炉と比べると、SMRは工場製造による標準化で迅速・安価な展開が期待されています。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既存のデータセンター関連テーマとは、当事者・エネルギー源が異なり、重複ではありません。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皆さんは、AIの電源として原子力を活用する動きをどう思いますか。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数字で見ると、調達額10億ドル、評価額約60億ドル、過去の調達額は4億5,000万ドルでした。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改めて総括します。AIの電力需要が原子力への投資を呼び込む、その一つの節目でした。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資金の具体的な使途、そして原子炉の実用展開の進捗に注目していきましょう。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今回もありがとうございました。原子炉スタートアップValar Atomicsの資金調達の話題をお届けしました。次回もお楽しみに。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642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AIを動かすために、原子炉を作る会社が10億ドルを手にした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Valar Atomics、Sequoia主導で10億ドルを調達(評価額約60億ドル)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FA3D0"/>
                </a:solidFill>
                <a:latin typeface="Yu Gothic"/>
              </a:rPr>
              <a:t>出典: StartupHub.ai・zamin.uz・TechCrunch ほか(2026-08-03)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Yu Gothic"/>
              </a:rPr>
              <a:t>今日わかること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92024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93852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何が起きたのか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9748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71576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Valar Atomicsとは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47472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49300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資金調達の詳細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25196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27024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AIデータセンターとの関係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02920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504748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確認できたこと・できなかったこと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何が起きたのか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小型モジュール式原子炉(SMR)開発企業Valar Atomicsが大型資金調達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Sequoia Capital主導のシリーズBで10億ドルを確保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発表日は2026年8月3日、着手日の前日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StartupHub.ai(2026-08-03)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StartupHub.ai・zamin.uz・TechCrunch ほか(2026-08-03)｜定期実行110本目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5559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ADCFC"/>
                </a:solidFill>
                <a:latin typeface="Yu Gothic"/>
              </a:rPr>
              <a:t>調達額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D9A441"/>
                </a:solidFill>
                <a:latin typeface="Yu Gothic"/>
              </a:rPr>
              <a:t>10億ドル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Sequoia Capital主導のシリーズB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8FA3D0"/>
                </a:solidFill>
                <a:latin typeface="Yu Gothic"/>
              </a:rPr>
              <a:t>出典: zamin.uz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31949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概要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企業名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Valar Atomics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事業内容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小型モジュール式原子炉(SMR)の開発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調達額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10億ドル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評価額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約60億ドル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StartupHub.ai・zamin.uz・TechCrunch ほか(2026-08-03)｜定期実行110本目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8339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Valar Atomicsとは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事業領域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小型モジュール式原子炉(SMR)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特徴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従来型原子炉より安価・迅速に展開可能とされる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主要投資家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Sequoia Capital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StartupHub.ai・zamin.uz・TechCrunch ほか(2026-08-03)｜定期実行110本目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44728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小型モジュール式原子炉(SMR)の特徴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モジュール化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工場製造による部品の標準化</a:t>
            </a:r>
          </a:p>
        </p:txBody>
      </p:sp>
      <p:sp>
        <p:nvSpPr>
          <p:cNvPr id="11" name="Chevron 10"/>
          <p:cNvSpPr/>
          <p:nvPr/>
        </p:nvSpPr>
        <p:spPr>
          <a:xfrm>
            <a:off x="3068040" y="3200400"/>
            <a:ext cx="234086" cy="365760"/>
          </a:xfrm>
          <a:prstGeom prst="chevron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13683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67963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42283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2283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小型化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2283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従来型原子炉より小規模な設計</a:t>
            </a:r>
          </a:p>
        </p:txBody>
      </p:sp>
      <p:sp>
        <p:nvSpPr>
          <p:cNvPr id="17" name="Chevron 16"/>
          <p:cNvSpPr/>
          <p:nvPr/>
        </p:nvSpPr>
        <p:spPr>
          <a:xfrm>
            <a:off x="5978804" y="3200400"/>
            <a:ext cx="234086" cy="365760"/>
          </a:xfrm>
          <a:prstGeom prst="chevron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24447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78727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53047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047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展開の速さ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3047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従来型より迅速に設置できるとされる</a:t>
            </a:r>
          </a:p>
        </p:txBody>
      </p:sp>
      <p:sp>
        <p:nvSpPr>
          <p:cNvPr id="23" name="Chevron 22"/>
          <p:cNvSpPr/>
          <p:nvPr/>
        </p:nvSpPr>
        <p:spPr>
          <a:xfrm>
            <a:off x="8889568" y="3200400"/>
            <a:ext cx="234086" cy="365760"/>
          </a:xfrm>
          <a:prstGeom prst="chevron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35211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89491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63811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3811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コスト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3811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従来型より安価とされる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StartupHub.ai・zamin.uz・TechCrunch ほか(2026-08-03)｜定期実行110本目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51118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資金調達の詳細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Sequoia Capital主導のシリーズB資金調達ラウンド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調達額は10億ドル、評価額は約60億ドルとされる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過去には4億5,000万ドル(評価額20億ドル)を調達したと報じられていた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TechCrunch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StartupHub.ai・zamin.uz・TechCrunch ほか(2026-08-03)｜定期実行110本目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508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資金調達の推移(概念)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過去の調達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4億5,000万ドル、評価額20億ドル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評価額交渉の報道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2026年7月、60億ドル評価を目指すと報道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今回の確定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10億ドル調達、評価額約60億ドル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StartupHub.ai・zamin.uz・TechCrunch ほか(2026-08-03)｜定期実行110本目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過去の調達実績との比較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時期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調達額・評価額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過去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4億5,000万ドル調達、評価額20億ドル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今回(2026年8月)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10億ドル調達、評価額約60億ドル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StartupHub.ai・zamin.uz・TechCrunch ほか(2026-08-03)｜定期実行110本目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470288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ADCFC"/>
                </a:solidFill>
                <a:latin typeface="Yu Gothic"/>
              </a:rPr>
              <a:t>評価額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D9A441"/>
                </a:solidFill>
                <a:latin typeface="Yu Gothic"/>
              </a:rPr>
              <a:t>約60億ドル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今回のシリーズBによる評価額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8FA3D0"/>
                </a:solidFill>
                <a:latin typeface="Yu Gothic"/>
              </a:rPr>
              <a:t>出典: zamin.uz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876678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報じたメディア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StartupHub.ai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資金調達の概要を報道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zamin.uz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調達額・評価額の詳細を報道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TechCrunch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評価額交渉の経緯を報道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StartupHub.ai・zamin.uz・TechCrunch ほか(2026-08-03)｜定期実行110本目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283067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AIデータセンターとの関係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Nvidia AIチップに電力を供給する原子炉のデモンストレーションを実施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AIデータセンターへの原子力活用を探るパートナーシップを発表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AIの電力需要増加が背景にあるとされる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StartupHub.ai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StartupHub.ai・zamin.uz・TechCrunch ほか(2026-08-03)｜定期実行110本目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689457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電力需要の背景(概要)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観点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AIデータセンター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計算量の増加に伴い消費電力が拡大しているとされる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電源の選択肢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原子力・再生可能エネルギー等が検討されているとされる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Valar Atomicsの位置づけ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原子力によるAI電源確保を目指す企業の一つ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StartupHub.ai・zamin.uz・TechCrunch ほか(2026-08-03)｜定期実行110本目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AIと原子力の関係(概念)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AIの電力需要増加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データセンターの消費電力が拡大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原子力発電への注目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安定した大規模電源として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Valar Atomicsのデモ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Nvidia AIチップへの電力供給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StartupHub.ai・zamin.uz・TechCrunch ほか(2026-08-03)｜定期実行110本目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02237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ADCFC"/>
                </a:solidFill>
                <a:latin typeface="Yu Gothic"/>
              </a:rPr>
              <a:t>ここまでの総括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D9A441"/>
                </a:solidFill>
                <a:latin typeface="Yu Gothic"/>
              </a:rPr>
              <a:t>原子炉が、AIの電源になる時代へ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Valar Atomics、10億ドルを調達(2026年8月3日)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908627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今後の見通し(ここからは推測)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原子炉の実用化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小型モジュール式原子炉の実用展開が進む可能性</a:t>
            </a:r>
          </a:p>
        </p:txBody>
      </p:sp>
      <p:sp>
        <p:nvSpPr>
          <p:cNvPr id="11" name="Chevron 10"/>
          <p:cNvSpPr/>
          <p:nvPr/>
        </p:nvSpPr>
        <p:spPr>
          <a:xfrm>
            <a:off x="4038295" y="3200400"/>
            <a:ext cx="234086" cy="365760"/>
          </a:xfrm>
          <a:prstGeom prst="chevron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3938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12538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2538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他社の追随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2538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同様のAI電源戦略を取る企業が増える可能性</a:t>
            </a:r>
          </a:p>
        </p:txBody>
      </p:sp>
      <p:sp>
        <p:nvSpPr>
          <p:cNvPr id="17" name="Chevron 16"/>
          <p:cNvSpPr/>
          <p:nvPr/>
        </p:nvSpPr>
        <p:spPr>
          <a:xfrm>
            <a:off x="7919313" y="3200400"/>
            <a:ext cx="234086" cy="365760"/>
          </a:xfrm>
          <a:prstGeom prst="chevron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64956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19236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93556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3556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規制・許認可の動向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3556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原子力関連規制の議論が進む可能性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StartupHub.ai・zamin.uz・TechCrunch ほか(2026-08-03)｜定期実行110本目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017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想定される影響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AI業界全体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電力調達戦略の多様化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原子力業界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AI需要を背景にした投資の拡大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エネルギー政策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原子力への関心の高まり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StartupHub.ai・zamin.uz・TechCrunch ほか(2026-08-03)｜定期実行110本目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2140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同じくAI電力確保を目指す動き(参考)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49299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NVIDIA-OpenAI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492998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オハイオ州データセンター向け資金調達契約(既存テーマ)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1587" y="1609344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55867" y="1554480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0187" y="1828800"/>
            <a:ext cx="49299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Valar Atomics(本テーマ)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0187" y="2514600"/>
            <a:ext cx="492998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原子力によるAI電源確保を目指す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StartupHub.ai・zamin.uz・TechCrunch ほか(2026-08-03)｜定期実行110本目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リスク・配慮事項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数字の創作はせず、報道された内容のみを扱う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過去の評価額交渉報道との関係性は断定しない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原子力発電の安全性について過度な評価は行わない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StartupHub.ai・zamin.uz・TechCrunch ほか(2026-08-03)｜定期実行110本目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53418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出典一覧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媒体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StartupHub.ai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資金調達の概要を報道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zamin.uz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調達額・評価額の詳細を報道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TechCrunch / Yahoo Finance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評価額交渉の経緯を報道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StartupHub.ai・zamin.uz・TechCrunch ほか(2026-08-03)｜定期実行110本目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94057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確認できたこと・できなかったこと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確認済み: 調達額・評価額・主導投資家・事業内容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確認済み: Nvidia AIチップへの電力供給デモンストレーションの存在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未確認: 資金の具体的な使途の内訳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81304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947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未確認: デモンストレーションの具体的な規模・場所・実施日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StartupHub.ai・zamin.uz・TechCrunch ほか(2026-08-03)｜定期実行110本目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34696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ADCFC"/>
                </a:solidFill>
                <a:latin typeface="Yu Gothic"/>
              </a:rPr>
              <a:t>Valar Atomics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D9A441"/>
                </a:solidFill>
                <a:latin typeface="Yu Gothic"/>
              </a:rPr>
              <a:t>10億ドルを調達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評価額約60億ドル、Sequoia Capital主導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75335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従来型原子炉とSMR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Yu Gothic"/>
              </a:rPr>
              <a:t>従来型原子炉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大規模な設備投資が必要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08152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建設・許認可に長期間を要する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Yu Gothic"/>
              </a:rPr>
              <a:t>小型モジュール式原子炉(SMR)</a:t>
            </a:r>
          </a:p>
        </p:txBody>
      </p:sp>
      <p:sp>
        <p:nvSpPr>
          <p:cNvPr id="16" name="Oval 15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工場製造による標準化</a:t>
            </a:r>
          </a:p>
        </p:txBody>
      </p:sp>
      <p:sp>
        <p:nvSpPr>
          <p:cNvPr id="18" name="Oval 17"/>
          <p:cNvSpPr/>
          <p:nvPr/>
        </p:nvSpPr>
        <p:spPr>
          <a:xfrm>
            <a:off x="6598767" y="308152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従来型より迅速・安価な展開とされる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StartupHub.ai・zamin.uz・TechCrunch ほか(2026-08-03)｜定期実行110本目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15974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既存テーマとの関係(重複でないことの確認)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526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069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898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NVIDIA-OpenAIオハイオ州データセンター契約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898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資金調達の当事者・エネルギー源が異なる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757519" y="3108959"/>
            <a:ext cx="676656" cy="365760"/>
          </a:xfrm>
          <a:prstGeom prst="rightArrow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530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073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902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本テーマ(Valar Atomics)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02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原子力によるAI電源確保が主題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StartupHub.ai・zamin.uz・TechCrunch ほか(2026-08-03)｜定期実行110本目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66135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視聴者への問いかけ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AIの電源として原子力を活用する動き、どう思いますか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小型モジュール式原子炉、今後どこまで普及すると思いますか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StartupHub.ai・zamin.uz・TechCrunch ほか(2026-08-03)｜定期実行110本目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525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数字で見る今回の資金調達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調達額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10億ドル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評価額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約60億ドル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過去の調達額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4億5,000万ドル(評価額20億ドル)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StartupHub.ai・zamin.uz・TechCrunch ほか(2026-08-03)｜定期実行110本目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78915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ADCFC"/>
                </a:solidFill>
                <a:latin typeface="Yu Gothic"/>
              </a:rPr>
              <a:t>本テーマの総括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D9A441"/>
                </a:solidFill>
                <a:latin typeface="Yu Gothic"/>
              </a:rPr>
              <a:t>AIの電力需要が、原子力への投資を呼び込む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Valar Atomics、10億ドルを調達(2026年8月3日)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785305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Yu Gothic"/>
              </a:rPr>
              <a:t>続報にも注目です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CADCFC"/>
                </a:solidFill>
                <a:latin typeface="Yu Gothic"/>
              </a:rPr>
              <a:t>資金の具体的な使途、原子炉の実用展開の進捗に注目していきます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4626864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4572000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828032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Yu Gothic"/>
              </a:rPr>
              <a:t>続報をお楽しみに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まとめ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Valar Atomics、Sequoia主導で10億ドルを調達(2026年8月3日)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評価額は約60億ドル、AIデータセンターへの電力供給を探る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資金の使途・デモンストレーションの詳細は未確認と正直に開示した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StartupHub.ai・zamin.uz・TechCrunch ほか(2026-08-03)｜定期実行110本目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