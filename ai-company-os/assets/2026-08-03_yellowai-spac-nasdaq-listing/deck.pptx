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空箱の会社と合体して、AI企業が5.5億ドルの姿でNasdaqに現れます。エンタープライズ向けエージェント型AI企業Yellow.aiが、SPACとの合併によるNasdaq上場を発表しました。今日はこの話題をお届けします。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今日わかることは6つです。何が起きたのか、Yellow.aiとはどんな会社か、SPAC上場とはどんな仕組みか、取引の規模と条件、確認できたこと・できなかったこと、そして今後の見通しです。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何が起きたのか整理します。Yellow.aiが2026年8月3日、Bluerock Acquisition Corp.との事業統合契約を発表しました。統合後の企業価値は約5.5億ドルです。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統合後の企業価値はこちら、約5.5億ドルです。エンタープライズAI企業としては非常に注目度の高い規模です。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取引概要を表にまとめました。対象企業はYellow.ai、合併相手はBluerock Acquisition Corp.です。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Yellow.aiとはどんな会社か紹介します。エンタープライズ向けエージェント型AIプラットフォームを提供する企業です。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SPAC上場の仕組みを概要で紹介します。上場済みのブランクチェック企業と合併することで、対象企業が上場企業になる仕組みです。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取引の規模と条件を確認します。株式償還がない前提で2億ドル超の総調達額を見込んでいるとされます。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取引完了までの流れです。事業統合契約の発表から、株主承認等を経て、2026年下半期の完了を見込んでいます。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アドバイザー体制です。Yellow.ai側はCantor Fitzgerald、Bluerock側は複数の資本市場アドバイザーが関わっています。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改めて数字を確認します。Yellow.aiの合併前評価額は約3億ドルとされています。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エージェント型AI市場での位置づけを報道から整理します。企業向けAI市場の拡大とともに、上場企業としての選択肢を広げる動きです。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ここで確認できたこと・できなかったことを正直に整理します。企業価値や評価額は複数媒体で一致していますが、顧客数等の詳細は確認できていません。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取引の主要当事者です。Yellow.aiとBluerock Acquisition Corp.が統合し、YAIというティッカーで上場予定です。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鮮度について確認します。本発表は着手日の前日であり、鮮度基準を満たしています。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見込み総調達額を確認します。株式償還がない前提で、2億ドル超の総調達額を見込んでいるとされます。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エンタープライズAI企業の上場手段を概要で紹介します。Yellow.aiは、従来型IPOではなくSPAC合併という手法を選択しました。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初心者向けにSPACを説明します。特定の事業を持たず、上場のための資金だけを保有する『空箱』企業のことです。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出典一覧です。PR Newswire・Business Standard・AiThority・Investing.comという、独立した複数のプレスリリース配信・金融専門媒体です。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取引概要を再確認します。Yellow.aiが、Bluerock Acquisition Corp.との合併で約5.5億ドルの企業価値でNasdaqに上場予定です。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既存テーマとの関係を確認しました。Yellow.aiまたはBluerock Acquisition Corp.を主題として扱った既存テーマはなく、重複ではありません。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ここからは推測です。他のエージェント型AI企業もSPAC上場を検討する可能性があり、業界の資本市場からの注目度がさらに高まると見られます。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取締役会承認について確認します。両社取締役会が本取引を全会一致で承認しています。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従来型IPOとSPAC合併の違いを概要で比較します。SPAC合併は比較的短期間で上場できる手法とされています。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上場完了後の展開を概要で示します。上場完了、資金調達を経て、事業拡大につなげる見込みです。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リスクと課題を正直に開示します。取引完了は株主承認等の条件次第であり、確定した将来ではありません。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本テーマで大切にしたことを紹介します。出典の明記、正直な開示、中立性の3点です。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上場予定ティッカーを確認します。Nasdaq Capital MarketでYAIというティッカーでの取引が予定されています。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皆さんはこのSPAC上場、どう見ますか。エンタープライズAI企業の資本市場での動き、今後も注目していきましょう。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まとめです。Yellow.aiが2026年8月3日、Bluerock Acquisition Corp.との合併を発表しました。今回もご視聴ありがとうございました。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空箱の会社と合体して、AI企業が5.5億ドルの姿でNasdaqに現れる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Yellow.ai、Bluerock Acquisition Corp.との合併でNasdaq上場へ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PR Newswire・Business Standard・AiThority ほか(2026-08-03)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Yellow.aiとはどんな会社か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SPAC上場とはどんな仕組みか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取引の規模と条件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8064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24727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Yellow.aiが2026年8月3日、Bluerock Acquisition Corp.との事業統合契約を発表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統合後のプロフォーマ・エクイティバリューは約5.5億ドル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Nasdaq Capital Marketにティッカー『YAI』で上場予定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両社取締役会の全会一致承認を取得済み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PR Newswire(2026-08-03)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統合後の企業価値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5.5億ドル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プロフォーマ・エクイティバリュー(2026年8月3日発表)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Business Standard(2026-08-03)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取引概要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対象企業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Yellow.ai(エンタープライズ・エージェント型AI)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合併相手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Bluerock Acquisition Corp.(Nasdaq上場SPAC)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統合後企業価値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約5.5億ドル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Yellow.ai合併前評価額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約3億ドル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上場予定ティッカー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YAI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Yellow.aiとは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事業内容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エンタープライズ向けエージェント型AIプラットフォームの提供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位置づけ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エンタープライズ・エージェンティックAIのグローバルリーダーと自称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上場の狙い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SPAC合併によるNasdaq上場で成長資金を確保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SPAC上場の仕組み(概要)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1. SPAC設立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上場済みのブランクチェック企業(空箱の会社)が資金を保有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2. 対象企業を選定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SPACが買収・合併対象の未上場企業を探す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3. 事業統合契約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両社取締役会が合併条件に合意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4. 株主承認・上場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SPAC株主の承認を経て統合企業として上場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取引の規模と条件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Yellow.aiの合併前評価額は約3億ドル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統合後のプロフォーマ・エクイティバリューは約5.5億ドル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株式償還がない前提で2億ドル超の総調達額を見込む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完了は2026年下半期を見込み、Bluerock株主の承認等が条件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Investing.com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取引完了までの流れ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事業統合契約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2026年8月3日発表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株主承認等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Bluerock株主の承認が条件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上場完了(見込み)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2026年下半期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アドバイザー体制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担当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Yellow.ai財務アドバイザー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Cantor Fitzgerald &amp; Co.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Bluerock資本市場アドバイザー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Bluerock Capital Markets・Brookline Capital Markets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合併前評価額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約3億ドル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Yellow.aiのpre-money評価額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PR Newswire(2026-08-03)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エージェント型AI市場での位置づけ(報道からの整理)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企業向けAI市場の拡大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エンタープライズ向けエージェント型AIへの投資が拡大している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上場によるアクセス拡大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SPAC上場により資本市場からの資金調達手段が広がる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ティッカー『YAI』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Nasdaq Capital Marketでの取引が予定される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確認できたこと・できなかったこと(正直な開示)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統合後企業価値・合併前評価額・発表日は複数媒体で一致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Yellow.aiの現在の顧客数・売上規模等の詳細は確認できていない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取引完了後の具体的な資金使途の詳細は確認できていない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両社公式プレスリリース原文全体までは確認できていない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取引の主要当事者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Yellow.ai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エンタープライズ・エージェント型AI企業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Bluerock Acquisition Corp.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Nasdaq上場のブランクチェック企業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統合後の企業(YAI)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Nasdaq Capital Marketに上場予定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鮮度についての正直な開示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本発表は着手日の前日(2026年8月3日)である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`docs/06_Content_R&amp;D.md`の鮮度基準(着手日の前日以内)を満たしている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round70では鮮度基準を満たす候補が見つからなかったが、本ラウンドでは解消できた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見込み総調達額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2億ドル超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株式償還がない前提での見込み額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Investing.com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エンタープライズAI企業の上場手段(概要)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1. 従来型IPO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証券取引所に新規株式公開する伝統的な手法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2. SPAC合併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上場済みのブランクチェック企業と合併する手法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3. Yellow.aiの選択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SPAC合併によるNasdaq上場を選択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初心者向け: SPACとは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SPACの正体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特定の事業を持たず、上場のための資金だけを保有する『空箱』企業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合併のメリット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対象企業が比較的短期間で上場企業になれるとされる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留意点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株主承認等の条件が満たされて初めて取引が完了する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PR Newswire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Business Standard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AiThority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Investing.com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取引概要の再確認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対象企業: Yellow.ai(エンタープライズ・エージェント型AI)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合併相手: Bluerock Acquisition Corp.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統合後企業価値: 約5.5億ドル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上場予定ティッカー: YAI(Nasdaq Capital 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確認項目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Yellow.aiを主題としたテーマ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既存118テーマになし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Bluerock Acquisition Corp.を主題としたテーマ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既存118テーマになし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重複ではない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業界への影響(ここからは推測)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ここからは推測ですが、他のエージェント型AI企業もSPAC上場を検討する可能性がある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エンタープライズAI市場の資本市場からの注目度がさらに高まると見られる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上場後の株価動向・業績開示が今後の焦点になりそうである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取締役会承認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全会一致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両社取締役会が本取引を全会一致で承認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PR Newswire(2026-08-03)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従来型IPOとSPAC合併の違い(概要)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従来型IPO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証券取引所への新規株式公開手続き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審査・準備に比較的長い期間を要するとされる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SPAC合併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既に上場済みのSPACと合併する手法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比較的短期間で上場できるとされる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上場完了後の展開(概要)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上場完了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Nasdaq Capital Market、ティッカーYAI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資金調達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2億ドル超の総調達額見込み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事業拡大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エンタープライズAI事業のさらなる拡大へ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リスクと課題(正直な開示)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取引完了は株主承認等の条件次第であり、確定した将来ではない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上場後の株価動向・業績は未知数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Yellow.aiの詳細な経営指標は本調査の範囲では確認できていない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本テーマで大切にしたこと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出典の明記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複数の独立したプレスリリース配信・金融専門媒体の情報のみを使用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正直な開示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確認できなかったことは明記し、創作しない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中立性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特定企業・特定製品の利用を強く推奨する結論にはしていない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上場予定ティッカー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YAI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Nasdaq Capital Marketでの取引ティッカー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PR Newswire(2026-08-03)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あなたはこのSPAC上場、どう見ますか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エンタープライズAI企業の資本市場での動き、今後も注目していきましょう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続報が入り次第、改めてお届けします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Yellow.aiが2026年8月3日、Bluerock Acquisition Corp.との事業統合契約を発表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統合後のプロフォーマ・エクイティバリューは約5.5億ドル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Nasdaq Capital MarketにティッカーYAIで上場予定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完了は2026年下半期を見込み、株主承認等が条件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PR Newswire・Business Standard・AiThority ほか(2026-08-03)｜定期実行118本目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