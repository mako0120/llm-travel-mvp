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サムスン・SKハイニックス・インテル出身のエンジニアが集まった韓国のAI半導体企業が、大型の資金調達を発表しました。何が起きたのか、出典付きで正確に整理してお届けします。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結論から確認します。超低電力AI半導体企業iHWが、シリーズAラウンドで520億ウォンを調達しました。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本日の流れです。今回の調達から企業概要、技術内容、そして確認できなかったことまで整理します。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大手半導体企業出身者が結集した企業の大型調達という、注目度の高い話題です。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今回のシリーズAラウンドを含め、累計調達額は640億ウォンとなりました。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今回のシリーズAには、コーロン・インベストメントをはじめ計13社が参加しました。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今回のラウンド概要です。韓国産業銀行なども参加する大型調達となりました。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iHWは、大手半導体企業出身の役員・エンジニアが中心となって2024年6月に設立されました。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iHWは2024年6月に設立された、比較的新しい企業です。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ニューロモルフィック方式とACiM技術を組み合わせ、超低電力AI半導体を実現しています。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中核製品「インファートロン」は、ニューロモルフィック方式とACiM技術を採用しています。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調達資金は、エッジAIチップの量産やLLMチップの試作品生産などに充てられます。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今回のラウンドには、計13社の投資会社が参加しました。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半導体設計から量産化、そしてヒューマノイド向け技術の共同研究へと展開しています。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KETIとの提携により、ヒューマノイド向けの低電力SoC技術の共同開発を進めています。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今回の発表は2026年8月19日で、着手日から6日前の情報であることを正直に開示します。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従来のAI半導体と比べ、超低電力を追求した設計が特徴です。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AI処理の電力消費が世界的な課題となる中、省電力AI半導体への関心が高まっています。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複数の独立した韓国語メディアが同一の調達内容を報じており、内容としての一貫性を確認しています。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同社の技術は、データセンターからオンデバイスAIまで幅広い用途を想定しています。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今回のシリーズAラウンドは、コーロン・インベストメントがリードしました。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今回の調達の注目ポイントを3つにまとめました。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本テーマは、AI半導体分野におけるスタートアップの資金調達動向として整理しています。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設立から今回の調達発表、そして今後の展開までのタイムラインです。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今後、量産開始時期やヒューマノイド向け技術の進展が注目されます。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iHWは、シリーズAラウンドで520億ウォンを調達し、累計調達額は640億ウォンとなりました。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iHWの設立チームには、サムスン電子・SKハイニックス・インテル出身者が名を連ねています。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本日はiHWの資金調達についてお届けしました。確認できなかったことは正直に開示しています。次回もお楽しみに。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半導体精鋭が結集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韓国iHW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520億ウォン調達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半導体業界の精鋭が挑む省電力AI——出典付きで整理する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マネートゥデイ(2026年8月19日)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520億ウォン シリーズA調達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iHW、累計640億ウォンに到達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今回の調達を確認する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iHWという企業を確認する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技術内容を確認する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複数の独立した韓国語メディアが同一内容を報道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大手半導体企業出身者が結集したという話題性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ヒューマノイド向け技術開発という展開の広がり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640億ウォン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今回のシリーズAを含む累計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今回の調達の内容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2026年8月19日、シリーズAラウンドで520億ウォンを調達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リード投資家はコーロン・インベストメント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計13社の投資会社が参加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今回のラウンド概要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520億ウォン(シリーズA)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640億ウォン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主な投資家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コーロン・インベストメント(リード)ほか計13社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iHWという企業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2024年6月設立の超低電力AI半導体ファブレス企業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サムスン電子・SKハイニックス・インテル出身者が中心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役員・エンジニアが業界経験を結集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設立年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2024年6月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韓国の半導体大手出身者が設立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技術の仕組み(概念図)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ニューロモルフィック方式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アナログ・コンピュート・イン・メモリ(ACiM)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超低電力AI半導体「インファートロン」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脳の仕組みを模した省電力設計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中核製品「インファートロン」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ニューロモルフィックコンピューティング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アナログ・コンピュート・イン・メモリ(ACiM)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超低電力でのAI処理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資金の使い道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エッジAIチップの量産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LLMチップの試作品生産・マーケティング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追加人員の確保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参加投資会社数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13社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コーロン・インベストメント等が参加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同社の展開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半導体設計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超低電力AI半導体の開発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量産化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エッジAIチップ・LLMチップの量産準備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共同研究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KETIとヒューマノイド向けSoC技術を共同開発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ヒューマノイド向け展開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韓国電子技術研究院(KETI)と提携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知能型半導体デバイス研究センターと共同開発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ヒューマノイド向け低電力SoC技術を目指す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調達額・累計調達額・主な投資家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設立年・中核技術・資金の使い道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今回のラウンドの企業評価額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今回のラウンドにおける具体的な企業評価額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「インファートロン」の具体的な性能数値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エッジAIチップ・LLMチップの量産開始時期の詳細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発表日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2026年8月19日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着手日から6日前の情報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従来のAI半導体 vs インファートロン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従来の一般的なAI半導体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高い電力消費が課題となりやすい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インファートロン(iHW)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ニューロモルフィック方式で低電力を追求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AI半導体業界の背景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AI処理の電力消費が世界的な課題となっている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省電力AI半導体への投資家の関心が高まる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特定企業の株式購入を推奨する意図はない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マネートゥデイ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와우테일/wowtale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이코노미스트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データセンター向け vs オンデバイス向け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データセンター・クラウド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電力効率の改善が課題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オンデバイスAI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超低電力技術が活用される想定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リード投資家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コーロン・インベストメント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今回のシリーズAをリード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今回の調達の3つの注目ポイント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大手半導体企業出身者が結集した設立チーム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ニューロモルフィック方式による超低電力技術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13社が参加した大型シリーズA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AI半導体・省電力技術に関心がある層に関係する情報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韓国発の半導体スタートアップの成長事例としての価値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特定企業の製品利用を強く推奨する意図はない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2024年6月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iHW設立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シリーズA(520億ウォン)発表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今後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エッジAIチップ量産・ヒューマノイド向け技術開発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今後注目される点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エッジAIチップ・LLMチップの量産開始時期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KETIとの共同開発によるヒューマノイド向け技術の進展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現時点では未確認の情報として今後の続報を待つ必要がある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520億ウォン調達 累計640億ウォン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iHW、シリーズA完了(2026年8月19日)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マネートゥデイ(2026-08-19)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設立チームの出身企業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出身企業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位置づけ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サムスン電子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設立メンバーの出身企業の一つ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SKハイニックス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設立メンバーの出身企業の一つ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インテル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設立メンバーの出身企業の一つ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マネートゥデイ(2026-08-19)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マネートゥデイ等(2026-08-19)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