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本日はフォトニックAIチップのOLIXが3.12億ドルを調達したという話題をお届けします。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今日は、何が起きたのか、OLIXとは、フォトニック相互接続とは、出資者と資金の使い道をお伝えします。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英国のAIチップ新興OLIXが、シリーズBで3.12億ドルを調達したと発表しました。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その調達額がこちら、3.12億ドルです。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OLIXは、英国のフォトニックAI推論チップを手がける新興企業です。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フォトニック相互接続は、従来の銅線ではなく光を使ってデータをやり取りする技術です。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評価額は半年前から3倍以上に上昇し、英国史上最大級の半導体資金調達とも報じられています。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評価額の推移を図で見ると、半年で3倍以上という急激な上昇です。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アーキテクチャの特徴をまとめると、この表の通りです。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評価額は33億ドル、半年前から3倍以上に上昇しています。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報じたメディアは、DataCenterDynamics、TechTimes、EU-Startupsなどです。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出資者には、Arm、Netflix共同創業者、英国政府のファンドが名を連ねています。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資金の使い道を図で見ると、DX-1の完成からプラットフォーム拡張、2027年後半の顧客提供開始を目指しています。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経営体制も強化され、著名な学者や経営幹部が新たに加わりました。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ここまでを総括します。光で動くAIチップに、英国最大級の賭け金が積まれたことが今回の核心です。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ここからは推測です。DX-1の完成、初期顧客の獲得、競合の動向が焦点になりそうです。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想定される影響としては、AIインフラ業界の関心の高まり、英国スタートアップ業界への注目が挙げられます。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既存のAIインフラ関連テーマとは主題が異なり、重複ではありません。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本テーマでは数字の創作をせず、技術的優位性の第三者検証が未確認であることも明記しています。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出典はこの表の通り、独立した複数の報道・テック専門メディアです。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確認できたことと確認できなかったことを正直に整理します。技術の詳細な優位性はまだ確認できていません。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改めて確認します。OLIXが、3.12億ドルを調達しました。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従来の電気配線と比べると、フォトニック相互接続は光を使う点が特徴的です。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発表から報道、そして本日の話題化までの流れを図にすると、このようになります。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皆さんは、光で動くAIチップが実用化されたら、どう活用したいですか。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数字で見ると、調達額3.12億ドル、評価額33億ドル、顧客提供開始は2027年後半を目指しています。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改めて総括します。AIインフラの主戦場が、チップの中身にも広がる、その一つの節目でした。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DX-1の完成、そして初期顧客の獲得状況に注目していきましょう。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今回もありがとうございました。OLIXの資金調達の話題をお届けしました。次回もお楽しみに。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光で動くAIチップに、英国史上最大級の賭け金が積まれた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OLIX、シリーズBで3.12億ドルを調達(評価額33億ドル)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DataCenterDynamics・TechTimes・EU-Startups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OLIXとは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フォトニック相互接続とは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出資者と資金の使い道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英国のAIチップ新興OLIXが大型資金調達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シリーズBラウンドで3.12億ドルを確保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発表日は2026年8月3日、着手日の前日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DataCenterDynamics(2026-08-03)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3.12億ドル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シリーズBラウンド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OLIX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所在地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英国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事業内容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フォトニックAI推論チップ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調達額・評価額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3.12億ドル・評価額33億ドル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OLIXとは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所在地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英国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事業領域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フォトニック(光)AI推論チップ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創業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2年前に創業(2026年時点)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フォトニック相互接続とは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従来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銅線でチップ間のデータをやり取り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OLIXの方式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光を使ってチップ間のデータをやり取り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特徴1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超低遅延とされる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特徴2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低エネルギーコストとされる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評価額の推移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今回の評価額は33億ドル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半年前の評価額から3倍以上に上昇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英国史上最大級の半導体資金調達とも報じられている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TechTimes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評価額の推移(概念)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半年前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現在の評価額の3分の1未満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今回のシリーズB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評価額33億ドル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英国最大級の半導体調達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と報じられている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アーキテクチャの特徴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構成要素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特化型シリコン・フォトニック相互接続・ラックスケール計算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広帯域メモリ(HBM)を使わない設計とされる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33億ドル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半年前から3倍以上に上昇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DataCenterDynamics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DataCenterDynamics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資金調達の概要を報道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TechTimes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英国最大級の半導体調達と報道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EU-Startups / Foreign Policy Journal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出資者・背景を解説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出資者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Arm、Netflix共同創業者リード・ヘイスティングス氏らが出資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英国政府の『Sovereign AI』ベンチャーファンドも出資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既存出資者6社も出資額を増額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EU-Startups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資金の使い道(概念)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『DX-1』の完成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カスタムシリコンプラットフォーム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プラットフォームの拡張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研究開発の継続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初期顧客提供開始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2027年後半を目指すとされる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経営体制の強化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スタンフォード大学名誉教授・マルコーニ賞受賞者が取締役に就任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Wiseの2021年ロンドン上場を主導した元幹部が新CFOに就任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経営体制の強化も同時に発表された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DataCenterDynamics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光で動くAIチップに、英国最大級の賭け金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OLIX、3.12億ドルを調達(2026年8月3日)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DX-1の完成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カスタムシリコンプラットフォームの開発が進む可能性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初期顧客の獲得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2027年後半の提供開始に向けた準備が進む可能性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競合の動向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他の光通信・AIチップ企業との競争が激化する可能性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AIインフラ業界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光技術を用いた推論チップへの関心の高まり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英国のスタートアップ業界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大型調達の事例として注目される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投資家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半導体分野への投資の広がり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似たテーマとの違い(重複でないことの確認)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違い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Valar Atomics(原子炉AI電源)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AIチップ本体ではなく電源確保が主題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数字の創作はせず、報道された内容のみを扱う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技術的な優位性(HBM不要等)の第三者検証は未確認と明記する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特定製品の利用を強く推奨する結論にはしない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DataCenterDynamics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資金調達の概要を報道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TechTimes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英国最大級の半導体調達と報道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EU-Startups / Foreign Policy Journal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出資者・背景を解説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調達額・評価額・出資者・経営体制の強化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フォトニック相互接続の概要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技術の詳細な仕組み・第三者による優位性の検証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2027年後半の顧客提供開始時期の確度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OLIX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3.12億ドルを調達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評価額33億ドル、英国最大級の半導体資金調達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従来の電気配線とフォトニック相互接続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従来の電気配線(銅線)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広く普及している技術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帯域幅・エネルギー効率に制約があるとされる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フォトニック相互接続(OLIX)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光でデータをやり取り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超低遅延・低エネルギーコストとされる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資金調達の発表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2026年8月3日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複数媒体が報道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テック・データセンター専門メディアが解説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着手日に話題化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本日、注目を集める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光で動くAIチップ、実用化されたらどう活用したいですか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英国発の半導体スタートアップ、今後どこまで成長すると思いますか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数字で見る今回の資金調達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調達額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3.12億ドル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評価額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33億ドル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顧客提供開始目標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2027年後半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AIインフラの主戦場が、チップの中身にも広がる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OLIX、3.12億ドルを調達(2026年8月3日)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DX-1の完成、初期顧客の獲得状況に注目していきます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OLIX、シリーズBで3.12億ドルを調達(2026年8月3日)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評価額33億ドル、フォトニック相互接続によるAI推論チップを開発中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技術的な優位性の第三者検証は未確認である点を正直に開示した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DataCenterDynamics・TechTimes・EU-Startups ほか(2026-08-03)｜定期実行112本目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