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本日はxAIの音声AI『Grok Voice Think Fast 2.0』が明日デフォルトになるという話題をお届けします。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今日は、何が起きたのか、性能、料金と切り替え日、競合との比較をお伝えします。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xAIが発表した音声AI『Grok Voice Think Fast 2.0』が、明日デフォルトモデルに切り替わります。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その切り替え予定日がこちら、着手日の翌日、2026年8月5日です。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概要をまとめると、この表の通りです。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Grok Voice Think Fast 2.0は、xAIが提供する次世代の音声AIモデルです。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主な性能向上は、文字起こし精度の向上、推論トークンの削減、ノイズ耐性の強化です。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料金は1分あたり0.08ドル、デフォルトモデルの切り替えは8月5日に予定されています。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切り替えまでの流れを図で見ると、7月29日の発表から、8月5日の切り替え予定日まで、わずかな期間です。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バージョン固定の案内をまとめると、この表の通りです。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推論トークンは前モデル比で約60%削減されたとされています。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報じたメディアは、Innovatopia、PC Watch、ライブドアニュース、TestingCatalogです。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競合モデルとのベンチマーク比較で、82.9%の最高スコアを記録したとされていますが、これはxAI側の公表値です。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ベンチマーク比較の位置づけを図で見ると、xAIが自社モデルを競合と比較した結果です。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ここで大事な点です。ベンチマーク数値はxAI側の公表値であり、第三者による独立検証は確認できていません。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ここまでを総括します。音声AIの世代交代が、明日に迫っていることが今回の核心です。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ここからは推測です。切り替え後の反応、競合の対抗、第三者検証が焦点になりそうです。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想定される影響としては、開発者の性能向上への期待、運用者のバージョン固定判断が挙げられます。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既存のAIモデル関連テーマとは対象企業・話題が異なり、重複ではありません。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本テーマでは数字の創作をせず、ベンチマーク数値を断定的な事実として扱っていません。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出典はこの表の通り、独立した複数のテック専門メディアです。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確認できたことと確認できなかったことを正直に整理します。ベンチマーク数値の第三者検証はまだ確認できていません。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改めて確認します。Grok Voice Think Fast 2.0が、明日デフォルトモデルへ切り替わる予定です。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現行モデルと新モデルを比べると、8月5日を境にデフォルトが切り替わる予定です。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発表から報道、そして本日の話題化までの流れを図にすると、このようになります。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皆さんは、音声AIの性能競争、今後どこまで進むと思いますか。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数字で見ると、料金は1分0.08ドル、推論トークンは約60%削減、文字起こし精度は1.5から2.0倍向上とされています。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改めて総括します。音声AIの世代交代が、明日始まる、その一つの節目でした。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切り替え後の実際の性能、そして第三者検証の結果に注目していきましょう。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今回もありがとうございました。Grok Voice Think Fast 2.0のデフォルト切り替えの話題をお届けしました。次回もお楽しみに。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明日、Grokの声が丸ごと入れ替わる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xAI「Grok Voice Think Fast 2.0」、8月5日にデフォルトモデルへ切り替え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FAE84"/>
                </a:solidFill>
                <a:latin typeface="Yu Gothic"/>
              </a:rPr>
              <a:t>出典: Innovatopia・PC Watch・TestingCatalog ほか(2026-07-29) ※ベンチマーク数値はxAI公表値です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Think Fast 2.0の性能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料金と切り替え日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競合との比較(xAI公表値)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確認できたこと・できなかったこと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xAIが次世代音声AI『Grok Voice Think Fast 2.0』を発表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デフォルトモデルが2026年8月5日に本モデルへ切り替わる予定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着手日の翌日という極めて近い切り替え予定日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Innovatopia(2026-07-29〜30)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デフォルト切り替え予定日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2026年8月5日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着手日の翌日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PC Watch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提供元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xAI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モデル名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Grok Voice Think Fast 2.0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2026年7月29日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デフォルト切り替え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2026年8月5日予定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Grok Voice Think Fast 2.0とは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提供元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xAI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位置づけ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次世代音声AIモデル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料金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1分あたり0.08ドル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主な性能向上(xAI公表)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文字起こし精度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24言語で評価、1.5〜2.0倍向上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推論トークン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前モデル比で約60%削減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応答速度・精度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推論トークン削減により向上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ノイズ耐性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背景ノイズがある環境での性能強化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料金と切り替え日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料金は1分あたり0.08ドル(約12円)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デフォルトモデルは8月5日にThink Fast 2.0へ切り替わる予定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本番環境で動作の変化を避けたい場合はバージョン固定が必要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PC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切り替えまでの流れ(概念)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モデル発表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2026年7月29日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着手日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本日、話題化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デフォルト切り替え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2026年8月5日予定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バージョン固定の案内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利用シーン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推奨対応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動作の変化を避けたい本番環境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grok-voice-think-fast-1.0等でバージョン固定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最新性能を試したい場合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grok-voice-latestのまま利用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推論トークンの削減率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約60%削減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前モデル比、応答速度と精度が向上(xAI公表)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Innovatopia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報じたメディア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Innovatopia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機能の全体像を報道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PC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文字起こし精度の詳細を報道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ライブドアニュース / TestingCatalog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発表内容を解説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競合との比較(xAI公表値)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GPT-Realtime-2.1、Gemini 3.1 Flashとのベンチマーク比較を実施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全体的な品質で82.9%の最高スコアを記録したとされる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この数値はxAI側が公表したものである点に留意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PC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ベンチマーク比較の位置づけ(概念)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GPT-Realtime-2.1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比較対象の一つ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Gemini 3.1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比較対象の一つ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Grok Voice Think Fast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xAI公表値で品質82.9%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公平性についての正直な開示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ベンチマーク数値はxAI側が公表した数値であり、第三者検証は未確認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特定企業・製品を過度に持ち上げる結論にはしない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競合他社(OpenAI・Google)を過度に貶める表現も行わない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ここまでの総括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音声AIの世代交代が、明日に迫る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Grok Voice Think Fast 2.0、8月5日にデフォルトへ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今後の見通し(ここからは推測)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切り替え後の反応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利用者からのフィードバックが集まる可能性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競合の対抗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OpenAI・Googleが対抗モデルを発表する可能性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第三者検証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独立したベンチマーク検証が行われる可能性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想定される影響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開発者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音声AIアプリの性能向上が期待される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本番環境の運用者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バージョン固定の判断が必要になる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音声AI業界全体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性能競争がさらに激化する可能性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既存テーマとの関係(重複でないことの確認)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既存テーマ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違い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Gemini Flashサイバー関連発表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対象企業・モデル・話題の性質が異なる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リスク・配慮事項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数字の創作はせず、公表された内容のみを扱う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xAI公表のベンチマーク数値を断定的な事実として扱わない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特定企業・製品の利用を強く推奨する結論にはしない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Innovatopia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機能の全体像を報道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PC Watch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文字起こし精度の詳細を報道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ライブドアニュース / TestingCatalog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発表内容を解説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確認済み: 発表日・切り替え予定日・料金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確認済み: xAI公表のベンチマーク数値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未確認: ベンチマーク数値の第三者検証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未確認: 既存ユーザーへの具体的な影響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Grok Voice Think Fast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2026年8月5日、デフォルトへ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1分あたり0.08ドル、着手日の翌日に切り替え予定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現行デフォルトと新モデル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現行のgrok-voice-latest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現在デフォルトで提供中のモデル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8月5日まで継続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Think Fast 2.0(新モデル)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8月5日からデフォルトへ切り替え予定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文字起こし精度・速度が向上とされる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この話題の広がり方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モデル発表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2026年7月29日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複数媒体が報道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テック専門メディアが解説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着手日に話題化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本日、注目を集める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音声AIの性能競争、今後どこまで進むと思いますか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デフォルトモデルの自動切り替え、便利だと思いますか不安だと思いますか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数字で見る今回の発表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料金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1分あたり0.08ドル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推論トークン削減率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約60%(xAI公表)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文字起こし精度向上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1.5〜2.0倍(xAI公表)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音声AIの世代交代が、明日始まる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Grok Voice Think Fast 2.0、2026年8月5日にデフォルトへ切り替え予定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続報にも注目です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7DCC2"/>
                </a:solidFill>
                <a:latin typeface="Yu Gothic"/>
              </a:rPr>
              <a:t>切り替え後の実際の性能、第三者検証の結果に注目していきます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続報をお楽しみに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xAI『Grok Voice Think Fast 2.0』、8月5日にデフォルトへ切り替え予定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料金は1分あたり0.08ドル、性能向上はxAI公表値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第三者検証は未確認である点を正直に開示した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Innovatopia・PC Watch・TestingCatalog ほか(2026-07-29)｜定期実行109本目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