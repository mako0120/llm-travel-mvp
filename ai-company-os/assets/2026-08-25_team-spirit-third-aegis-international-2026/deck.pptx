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Dota 2最高峰大会The International 2026で、Team Spiritが3度目の優勝を果たしました。何が起きたのか、出典付きで正確に整理してお届けします。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結論から確認します。Team Spiritが決勝でTEAM VISIONを下し、3度目のAegis of Champions獲得を果たしました。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本日の流れです。大会概要から決勝結果、賞金構成、そして確認できなかったことまで整理します。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決勝翌日にかけて複数メディアが報じた、鮮度の高い話題です。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International 2026は、2026年8月13日から23日まで、中国・上海で開催されました。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International 2026は、Dota 2の世界最高峰大会として上海で開催されました。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決勝結果です。Team SpiritがTEAM VISIONを下し、優勝しました。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Aegis of Championsは、The International優勝チームに贈られる最高峰のトロフィーです。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大会全体の総賞金額は3.33百万ドルでした。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優勝したTeam Spiritには、総賞金額とは別枠として1.4百万ドルが贈られました。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大会はグループステージからメインイベント、そして決勝という2段階構成で進行しました。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グループステージは16チーム、メインイベントには上位8チームが進出しました。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グループステージはスイス形式で実施され、8月13日から16日までの4日間行われました。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グループステージを勝ち抜いた上位8チームが、メインイベントに進出しました。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グループステージからメインイベント、そして決勝までの道のりです。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決勝ではTeam SpiritがTEAM VISIONを下して優勝しましたが、具体的なスコアは確認できていません。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確定していることと、まだ確認できていないことを整理します。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これらの項目は本調査の範囲では確認できておらず、推測で埋めていません。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International 2026の会場は、中国・上海のOriental Sports Centerでした。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グループステージとメインイベントでは、参加チーム数も期間も異なります。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Internationalは、Dota 2界最大規模の大会として世界的に注目されています。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複数の独立したメディアが大会の詳細を報じており、内容としての一貫性を確認しています。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総賞金額と優勝チームの獲得賞金は、異なる範囲の数字として区別する必要があります。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Team Spiritは、今回で3度目のAegis of Champions獲得となりました。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今回の大会の注目ポイントを3つにまとめました。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本テーマは、世界的なeスポーツ大会の最新結果として整理しています。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今回の大会に至るまでのタイムラインです。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過去2回の優勝の詳細は確認できていませんが、今回で3度目の獲得となったことは確定しています。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Team Spiritは、The International 2026で3度目のAegis of Champions獲得を果たしました。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本日はTeam SpiritのThe International 2026優勝についてお届けしました。確認できなかったことは正直に開示しています。次回もお楽しみに。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10642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"/>
              </a:rPr>
              <a:t>Team Spirit</a:t>
            </a:r>
          </a:p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"/>
              </a:rPr>
              <a:t>3度目のAegis獲得</a:t>
            </a:r>
          </a:p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"/>
              </a:rPr>
              <a:t>TI2026制覇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上海の頂点——出典付きで整理する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CB8D6"/>
                </a:solidFill>
                <a:latin typeface="Yu Gothic"/>
              </a:rPr>
              <a:t>出典: GosuGamers(2026年8月)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3E4F5"/>
                </a:solidFill>
                <a:latin typeface="Yu Gothic"/>
              </a:rPr>
              <a:t>まず結論から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F8FD6"/>
                </a:solidFill>
                <a:latin typeface="Yu Gothic"/>
              </a:rPr>
              <a:t>3度目のAegis of Champions獲得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Team Spirit、The International 2026優勝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B8D6"/>
                </a:solidFill>
                <a:latin typeface="Yu Gothic"/>
              </a:rPr>
              <a:t>出典: GosuGamers(2026年8月)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Yu Gothic"/>
              </a:rPr>
              <a:t>本日のアジェンダ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920240"/>
            <a:ext cx="548640" cy="5486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93852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なぜ今このテーマを扱うのか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697480"/>
            <a:ext cx="548640" cy="5486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71576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大会の概要を確認する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474720"/>
            <a:ext cx="548640" cy="5486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49300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決勝の結果を確認する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251960"/>
            <a:ext cx="548640" cy="5486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27024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大会の構成・賞金を確認する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029200"/>
            <a:ext cx="548640" cy="5486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504748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確認できなかったこと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555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なぜ今このテーマを扱うのか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GosuGamers等が決勝翌日にかけて一斉報道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Dota 2最高峰大会での3度目の優勝という節目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総額3.33百万ドルという大規模賞金大会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出典: GosuGamers(2026年8月)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GosuGamers等(2026年8月)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4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3194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3E4F5"/>
                </a:solidFill>
                <a:latin typeface="Yu Gothic"/>
              </a:rPr>
              <a:t>開催期間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F8FD6"/>
                </a:solidFill>
                <a:latin typeface="Yu Gothic"/>
              </a:rPr>
              <a:t>2026年8月13日〜23日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中国・上海 Oriental Sports Centerにて開催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B8D6"/>
                </a:solidFill>
                <a:latin typeface="Yu Gothic"/>
              </a:rPr>
              <a:t>出典: gHacks Tech News(2026-08-13)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3833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大会の概要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Dota 2の世界最高峰大会「The International 2026」(TI2026)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開催地は中国・上海のOriental Sports Center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決勝でTeam SpiritがTEAM VISIONを下し優勝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出典: GosuGamers(2026年8月)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GosuGamers等(2026年8月)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4472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決勝結果概要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優勝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Team Spirit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準優勝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TEAM VISION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獲得タイトル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3度目のAegis of Champions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出典: GosuGamers(2026年8月)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GosuGamers等(2026年8月)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5111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Aegis of Championsとは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The International優勝チームに贈られるトロフィー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Dota 2界で最高峰の栄誉とされる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Team Spiritにとって今回が3度目の獲得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出典: Liquipedia Dota 2 Wiki(2026年8月)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GosuGamers等(2026年8月)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50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3E4F5"/>
                </a:solidFill>
                <a:latin typeface="Yu Gothic"/>
              </a:rPr>
              <a:t>総賞金額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F8FD6"/>
                </a:solidFill>
                <a:latin typeface="Yu Gothic"/>
              </a:rPr>
              <a:t>3.33百万ドル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大会全体の総賞金額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B8D6"/>
                </a:solidFill>
                <a:latin typeface="Yu Gothic"/>
              </a:rPr>
              <a:t>出典: gHacks Tech News(2026-08-13)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優勝賞金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優勝したTeam Spiritには1.4百万ドルが贈られた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総賞金額(3.33百万ドル)とは異なる範囲の数字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上位チームにも賞金が分配される仕組み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出典: gHacks Tech News(2026-08-13)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GosuGamers等(2026年8月)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10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47028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大会の流れ(概念図)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52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グループステージ(16チーム)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9528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メインイベント(8チーム)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53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決勝(Team Spirit優勝)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48056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5A6474"/>
                </a:solidFill>
                <a:latin typeface="Yu Gothic"/>
              </a:rPr>
              <a:t>2段階構成で進行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GosuGamers等(2026年8月)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11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87667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大会構成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フェーズ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期間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参加チーム数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グループステージ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8月13日〜16日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16チーム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メインイベント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8月20日〜23日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8チーム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出典: gHacks Tech News(2026-08-13)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GosuGamers等(2026年8月)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28306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グループステージの詳細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正式名称は「Road to The International」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スイス形式で実施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8月13日〜16日の4日間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出典: gHacks Tech News(2026-08-13)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GosuGamers等(2026年8月)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13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68945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3E4F5"/>
                </a:solidFill>
                <a:latin typeface="Yu Gothic"/>
              </a:rPr>
              <a:t>メインイベント進出チーム数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F8FD6"/>
                </a:solidFill>
                <a:latin typeface="Yu Gothic"/>
              </a:rPr>
              <a:t>8チーム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グループステージ上位8チームが進出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B8D6"/>
                </a:solidFill>
                <a:latin typeface="Yu Gothic"/>
              </a:rPr>
              <a:t>出典: gHacks Tech News(2026-08-13)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決勝までの道のり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グループステージ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16チームによるスイス形式(8/13-16)</a:t>
            </a:r>
          </a:p>
        </p:txBody>
      </p:sp>
      <p:sp>
        <p:nvSpPr>
          <p:cNvPr id="11" name="Chevron 10"/>
          <p:cNvSpPr/>
          <p:nvPr/>
        </p:nvSpPr>
        <p:spPr>
          <a:xfrm>
            <a:off x="4038295" y="3200400"/>
            <a:ext cx="234086" cy="365760"/>
          </a:xfrm>
          <a:prstGeom prst="chevron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3938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8218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12538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2538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メインイベント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2538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上位8チームによる対戦(8/20-23)</a:t>
            </a:r>
          </a:p>
        </p:txBody>
      </p:sp>
      <p:sp>
        <p:nvSpPr>
          <p:cNvPr id="17" name="Chevron 16"/>
          <p:cNvSpPr/>
          <p:nvPr/>
        </p:nvSpPr>
        <p:spPr>
          <a:xfrm>
            <a:off x="7919313" y="3200400"/>
            <a:ext cx="234086" cy="365760"/>
          </a:xfrm>
          <a:prstGeom prst="chevron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64956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19236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93556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93556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決勝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93556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Team SpiritがTEAM VISIONを下し優勝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GosuGamers等(2026年8月)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0223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決勝戦について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対戦カードはTeam Spirit対TEAM VISION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Team Spiritが勝利し優勝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具体的なスコアは本調査の範囲では確認できていない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GosuGamers等(2026年8月)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16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90862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確定していること・確認できなかったこと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区分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確定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優勝チーム・開催期間・賞金総額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確定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大会構成(グループステージ・メインイベント)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未確認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決勝戦の具体的なスコア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出典: research.md参照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GosuGamers等(2026年8月)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01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確認できなかったこと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Team Spiritの過去2回の優勝時期・詳細な戦績比較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決勝戦の具体的なスコア(何ゲーム制でどのような展開だったか)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大会全体の視聴者数・観客動員数の詳細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GosuGamers等(2026年8月)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18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2140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3E4F5"/>
                </a:solidFill>
                <a:latin typeface="Yu Gothic"/>
              </a:rPr>
              <a:t>開催都市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F8FD6"/>
                </a:solidFill>
                <a:latin typeface="Yu Gothic"/>
              </a:rPr>
              <a:t>中国・上海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Oriental Sports Centerが会場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B8D6"/>
                </a:solidFill>
                <a:latin typeface="Yu Gothic"/>
              </a:rPr>
              <a:t>出典: gHacks Tech News(2026-08-13)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グループステージ vs メインイベント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B3A55"/>
                </a:solidFill>
                <a:latin typeface="Yu Gothic"/>
              </a:rPr>
              <a:t>グループステージ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3288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16チーム参加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08152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スイス形式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363016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61188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8/13〜16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4447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78727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98767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B3A55"/>
                </a:solidFill>
                <a:latin typeface="Yu Gothic"/>
              </a:rPr>
              <a:t>メインイベント</a:t>
            </a:r>
          </a:p>
        </p:txBody>
      </p:sp>
      <p:sp>
        <p:nvSpPr>
          <p:cNvPr id="18" name="Oval 17"/>
          <p:cNvSpPr/>
          <p:nvPr/>
        </p:nvSpPr>
        <p:spPr>
          <a:xfrm>
            <a:off x="6598767" y="253288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8チーム進出</a:t>
            </a:r>
          </a:p>
        </p:txBody>
      </p:sp>
      <p:sp>
        <p:nvSpPr>
          <p:cNvPr id="20" name="Oval 19"/>
          <p:cNvSpPr/>
          <p:nvPr/>
        </p:nvSpPr>
        <p:spPr>
          <a:xfrm>
            <a:off x="6598767" y="308152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0247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決勝トーナメント方式</a:t>
            </a:r>
          </a:p>
        </p:txBody>
      </p:sp>
      <p:sp>
        <p:nvSpPr>
          <p:cNvPr id="22" name="Oval 21"/>
          <p:cNvSpPr/>
          <p:nvPr/>
        </p:nvSpPr>
        <p:spPr>
          <a:xfrm>
            <a:off x="6598767" y="363016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10247" y="361188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8/20〜23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GosuGamers等(2026年8月)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53418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eスポーツ大会としての背景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The InternationalはDota 2界最大規模の大会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毎年世界各地から強豪チームが参加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賞金規模の大きさもeスポーツ界で注目される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GosuGamers等(2026年8月)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94057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主要出典の一覧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メディア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報道時期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GosuGamers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2026年8月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gHacks Tech News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2026年8月13日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Liquipedia Dota 2 Wiki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2026年8月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GosuGamers等(2026年8月)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34696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総賞金額 vs 優勝賞金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B3A55"/>
                </a:solidFill>
                <a:latin typeface="Yu Gothic"/>
              </a:rPr>
              <a:t>総賞金額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3288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3.33百万ドル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08152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大会全体の規模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447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78727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98767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B3A55"/>
                </a:solidFill>
                <a:latin typeface="Yu Gothic"/>
              </a:rPr>
              <a:t>優勝賞金</a:t>
            </a:r>
          </a:p>
        </p:txBody>
      </p:sp>
      <p:sp>
        <p:nvSpPr>
          <p:cNvPr id="16" name="Oval 15"/>
          <p:cNvSpPr/>
          <p:nvPr/>
        </p:nvSpPr>
        <p:spPr>
          <a:xfrm>
            <a:off x="6598767" y="253288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0247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1.4百万ドル</a:t>
            </a:r>
          </a:p>
        </p:txBody>
      </p:sp>
      <p:sp>
        <p:nvSpPr>
          <p:cNvPr id="18" name="Oval 17"/>
          <p:cNvSpPr/>
          <p:nvPr/>
        </p:nvSpPr>
        <p:spPr>
          <a:xfrm>
            <a:off x="6598767" y="308152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Team Spiritが獲得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GosuGamers等(2026年8月)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23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75335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3E4F5"/>
                </a:solidFill>
                <a:latin typeface="Yu Gothic"/>
              </a:rPr>
              <a:t>Team Spiritの実績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F8FD6"/>
                </a:solidFill>
                <a:latin typeface="Yu Gothic"/>
              </a:rPr>
              <a:t>3度目のAegis獲得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The International優勝チーム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B8D6"/>
                </a:solidFill>
                <a:latin typeface="Yu Gothic"/>
              </a:rPr>
              <a:t>出典: GosuGamers(2026年8月)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15974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今回の大会の3つの注目ポイント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Team Spiritの3度目のAegis獲得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総額3.33百万ドルの大規模賞金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上海での大規模国際大会開催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GosuGamers等(2026年8月)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566135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視聴者にとっての意味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eスポーツ・Dota 2ファンに直接関係する情報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国際大会における日本国外の動向としての価値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特定チーム・サービスへの過度な評価的表現は行わない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GosuGamers等(2026年8月)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525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タイムライン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時期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できごと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2026年8月13日〜16日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グループステージ開催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2026年8月20日〜23日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メインイベント開催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2026年8月23日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決勝、Team Spirit優勝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GosuGamers等(2026年8月)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78915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初優勝時 vs 今回の優勝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B3A55"/>
                </a:solidFill>
                <a:latin typeface="Yu Gothic"/>
              </a:rPr>
              <a:t>過去の優勝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3288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詳細な時期・戦績は本調査の範囲では未確認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4447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78727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98767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B3A55"/>
                </a:solidFill>
                <a:latin typeface="Yu Gothic"/>
              </a:rPr>
              <a:t>今回の優勝(2026年)</a:t>
            </a:r>
          </a:p>
        </p:txBody>
      </p:sp>
      <p:sp>
        <p:nvSpPr>
          <p:cNvPr id="14" name="Oval 13"/>
          <p:cNvSpPr/>
          <p:nvPr/>
        </p:nvSpPr>
        <p:spPr>
          <a:xfrm>
            <a:off x="6598767" y="253288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0247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3度目のAegis獲得</a:t>
            </a:r>
          </a:p>
        </p:txBody>
      </p:sp>
      <p:sp>
        <p:nvSpPr>
          <p:cNvPr id="16" name="Oval 15"/>
          <p:cNvSpPr/>
          <p:nvPr/>
        </p:nvSpPr>
        <p:spPr>
          <a:xfrm>
            <a:off x="6598767" y="308152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0247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TEAM VISIONを決勝で撃破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GosuGamers等(2026年8月)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28 / 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785305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3E4F5"/>
                </a:solidFill>
                <a:latin typeface="Yu Gothic"/>
              </a:rPr>
              <a:t>今日のまとめの数字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F8FD6"/>
                </a:solidFill>
                <a:latin typeface="Yu Gothic"/>
              </a:rPr>
              <a:t>3度目のAegis獲得 Team Spirit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The International 2026、2026年8月23日決勝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B8D6"/>
                </a:solidFill>
                <a:latin typeface="Yu Gothic"/>
              </a:rPr>
              <a:t>出典: GosuGamers(2026年8月)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Yu Gothic"/>
              </a:rPr>
              <a:t>出典付きで、正確に。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D3E4F5"/>
                </a:solidFill>
                <a:latin typeface="Yu Gothic"/>
              </a:rPr>
              <a:t>AI Company OSは、確認できた事実だけをお届けします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4626864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4572000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828032"/>
            <a:ext cx="6766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B3A55"/>
                </a:solidFill>
                <a:latin typeface="Yu Gothic"/>
              </a:rPr>
              <a:t>次回もお楽しみに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