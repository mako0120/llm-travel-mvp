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コールドオープン: 冒頭で「情報源を約150に絞った」という具体的な数字と意外性を即座に提示する。挨拶や自己紹介は入れない。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結論を先に提示する。新しいAI技術の紹介ではなく、情報源の設計思想の話であることを最初に示す。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視聴者が得られるものを先に提示し、離脱を防ぐ。数字の確度も見る、と予告する。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最初に情報の確度を開示する。数字が主役のテーマなので、ここを飛ばさない。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起承転結を予告する。ここまでが入口、ここから中身、という区切りを作る。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専門知識のない視聴者のための前提スライド。この背景が分からないと「約150」という数字の意味が伝わらない。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3つの方法を図で示す。Buffmeeは③のアプローチを選んだ、という位置づけを次のスライド以降で説明する。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本テーマの中心となる数字。ナレーションでは必ず「約150という発表」と添える。内訳の全リストは公表されていない。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数字の中身と、確認できていない部分を同じ表に並べる。都合の良いところだけ切り出さない。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発表そのものの骨子。料金体系は次のスライドで詳しく扱う。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特定個人の発言としてではなく、発表全体の趣旨の要約であることを明示する。宣伝文句としてではなく、設計思想の要約として扱う。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3つの機能の役割分担。次のスライドで料金プランを詳しく整理する。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料金体系をそのまま示す。無料プランの上限など、確認できていない部分もあわせて示す。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技術方式ではなく設計方針の対比。Buffmeeが選んだのは右側の道である、という位置づけを示す。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本テーマの核心となる設計上の工夫。技術的な目新しさではなく、著作権への向き合い方が本題であることを示す。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3段階の図で情報の流れを示す。この整理は報道内容に基づく一般的な図解であり、KDDIが図として公表したものではない点をノートで補う。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公表された数字と、公表されていない数字を明確に分ける姿勢を見せる。検証できない数値は使わない、という一貫した方針の実践箇所。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サービス開始と、実際の普及は別軸であることを整理する。ここは一般的な整理であり、KDDIがそう述べたものではない。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数字の使いどころと使えないところを分ける。ここまでが中身、という区切りを置く。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転の入り口。発表を成功物語として語らず、「そういう設計方針を選ぶ企業が出てきた」段階だと示す。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一方的に持ち上げない。確かなことと不確かなことを同じ大きさで並べる。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自社・個人に当てはめるための実践手順。特定サービスの利用を強く勧める結論にはしない。①は特に見落とされやすいため最初に入れている。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個人と企業の2つの視点を用意し、視聴者が自分の立場で受け取れるようにする。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推測であることをスライド上でもナレーションでも明示する。断定しない方針の実践箇所。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個別ニュースを大きな流れの中に置く。この順番は解説者側の整理であり、公式な段階分けではない点をナレーションで補う。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3つとも「発表はあるが、まだ詳細や実績の面で確定していない」という共通点でまとめる。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不明点を隠さず表にする。ここを飛ばさずナレーションでも読み上げる。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制作過程そのものを開示する。使わなかった数字・混ぜなかった数字まで言うのは、信頼の担保として意味がある。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3枚のカードで全体を回収する。次のスライドで学びに変換する。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結のキーメッセージ。特定製品を強く勧めるのではなく、視聴者自身の行動を1つに絞る。誇張せず事実に基づいて締める。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情報源を「約150」に絞ったAIが登場した理由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KDDIが2026年7月28日、出版・専門メディアと連携した対話型AIサービス「Buffmee」の提供を開始した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KDDI News Room / ITmedia Mobile(2026-07-28)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何が分かったか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KDDIが、情報源を無制限に広げるのではなく、許諾済みの約150コンテンツに絞った対話型AIを始めた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なぜ重要か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「AIが何を学習・参照しているか分からない」という不安に対し、情報源を絞って出典を明記するという具体的な設計で応えている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この動画で得られること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生成AIと著作権の関係で何が問題になっているのかが分かる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Buffmeeの「約150コンテンツ」という数字がどこまで確かなのかを、出典付きで判断できる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AIサービスを選ぶときに確認すべき視点が持てる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この話の確かさについて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根拠がある部分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KDDI公式ニュースルームに加え、ITmedia・マイナビニュース・ケータイWatchなど独立した複数のITメディアが同じ発表を報じている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限界がある部分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7つの情報源すべてが本文取得403で、検索エンジンの要約経由の確認にとどまる。基盤モデルや想定ユーザー数は非公開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起: 前提知識 + 何が発表されたか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承: 「約150」の中身と、どこまで確かなのか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転: これは何を意味するか・どう使えるか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結: 慎重に見る点・不明点・まとめ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前提知識: なぜ「情報源」が話題になるのか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生成AIの一般的な情報源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インターネット上の膨大なテキストを幅広く学習・参照することが多い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そこで起きる懸念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「誰の文章を、許可なく使っているのか分からない」という著作権への不安が指摘されてきた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Buffmeeのアプローチ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情報源を約150の許諾済みコンテンツに絞り、出典を明記する設計を選んだ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AIサービスが情報を扱う3つの方法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①無断で幅広く学習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許可のない文章も学習対象になりうる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②その場でWeb検索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検索結果を都度参照する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③許諾契約に絞る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契約済みのコンテンツだけを情報源にする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Buffmeeが連携するコンテンツ数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約150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書籍・雑誌・Webメディアなど約150の許諾済みコンテンツを情報源とする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KDDI News Room(検索結果の要約経由、2026-07-28)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この数字の中身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連携コンテンツ数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約150(書籍・雑誌・Webメディア)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提供元の例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東洋館出版社が教育関連コンテンツの提供を発表している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著作権への配慮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無断利用を行わず、出典を完全明記する設計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確認できていないこと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150の内訳(出版社・媒体の全リスト)、想定ユーザー数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KDDI News Room / 各メディア(検索結果の要約経由)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何が発表されたか(2026年7月28日)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誰が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KDDI(対話型AIサービス「Buffmee」を提供開始)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何を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「あなたが成長するAI」を掲げ、情報検索・要点整理・学びや趣味の提案を行う対話型AIサービス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料金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利用回数制限つきの無料プランと、月額980円の無制限プレミアムプランを用意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KDDI News Room / ITmedia Mobile / マイナビニュース(2026-07-28)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“情報源を無制限に広げるのではなく、許諾済みのコンテンツに絞り、出典を明記したうえで利用者に届ける。”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KDDIの発表内容を要約したもの(直接引用ではなく、発表内容のまとめ)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Buffmeeが提供する3つの機能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①検索する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必要な情報を、連携コンテンツの中から探す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②要点整理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見つけた情報の要点を整理して示す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③提案する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学びや趣味について、具体的な提案を行う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料金プラン(報道経由)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プラン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無料プラン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利用回数に制限がある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プレミアムプラン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月額980円で無制限に利用できる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キャンペーン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申込みから1年間、プレミアムプランが無料になる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確認できていないこと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無料プランの具体的な利用回数上限、キャンペーンの正確な適用条件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ITmedia Mobile / マイナビニュース(検索結果の要約経由)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「無断学習型」と「許諾コンテンツ型」の違い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情報源を幅広く取る場合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扱える話題の幅が広くなりやすい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誰の文章を参照しているか分かりにくいことがある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著作権の扱いをめぐる懸念が指摘されやすい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情報源を許諾済みに絞る場合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扱える話題の幅は限定的になる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出典を明記しやすく、参照元が分かりやすい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著作権面での説明がしやすい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著作権への配慮の具体策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情報源を許諾済みの約150コンテンツに限定する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回答の際に出典を完全明記する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コンテンツ提供元(出版社・専門メディア)との連携を公表する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Buzzap(検索結果の要約経由)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情報がユーザーに届くまでの流れ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出版社・専門メディア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コンテンツを許諾のうえ提供する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Buffmee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許諾済みコンテンツの中から検索・整理する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ユーザー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出典が明記された回答を受け取る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似た数字・情報への注意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今回使った数字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約150という連携コンテンツ数(KDDI公式発表)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使わなかった情報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想定ユーザー数・初動の登録者数は公表されておらず、成果物では使っていない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この動画での扱い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公式発表の数字として明示し、内訳の全リストは非公開であることも併記する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サービス開始のニュースと、実際に使われるかは別の話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サービス開始のニュースで見えること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KDDIがこの設計方針でサービスを始めたこと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料金プラン・連携コンテンツ数という公表された数字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現場で問われること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実際にどれだけの利用者に使われるか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許諾コンテンツの幅で自分のニーズを満たせるか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他の対話型AIサービスと比べてどうか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この数字をどう読むか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強い点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公式ニュースルームに加え、独立した複数のITメディアが同じ発表を報じている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弱い点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連携コンテンツの内訳・想定ユーザー数など、詳細な数字は公表されていない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結論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設計思想を示す発表としては参考になるが、サービスの規模や普及度を測る数字ではない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つまり、何が起きているのか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関心の移動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「AIが何でも答えられるか」から「AIが何を根拠に答えているか」へ、問いの立て方が変わりつつある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お金の向き先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コンテンツの許諾契約という、地味だが継続的な費用がかかる設計にも投資が向いている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ただし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サービスが始まったことと、著作権への懸念が解消されたことは別である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この話をどう受け取るか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確かだと言えること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公式発表があり、複数の独立メディアが報じている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情報源を許諾済みの約150コンテンツに絞る設計を採用した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料金プラン・キャンペーン内容は公表されている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慎重に見るべきこと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連携コンテンツの内訳・全リストは非公開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基盤となるAIモデル(自社開発か外部利用か)は非公開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想定ユーザー数・初動の利用実績は不明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AIサービスを選ぶときに確認したいこと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①情報源を確認する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そのAIが何を根拠に答えているかを確認する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②出典表示の有無を見る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回答に出典が明記されるかどうかを確認する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③料金と用途を照らす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自分の用途に対して、料金プランが見合うかを考える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これで何が変わるか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個人にとって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AIサービスを選ぶとき、機能だけでなく「何を情報源にしているか」も見る視点が加わる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企業にとって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AIサービスの提供者側にも、コンテンツ許諾という新しい費用・交渉の要素が加わる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仕事・生活への影響(ここからは推測)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出版社・専門メディア側に、コンテンツ許諾という新しい収益機会が生まれるかもしれない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「情報源を絞ったAI」という選択肢が、他の分野のサービスにも広がる可能性がある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ただしこれは推測であり、実際にどうなるかはまだ分からない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AIサービス選びで問われることの変化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使えるかを見る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機能が便利かどうかを確認する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根拠を見る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何を情報源にしているかを確認する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説明責任を見る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出典を示せるかどうかを確認する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冷静に見る点、3つ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サービス開始直後であり、実際の利用実績はまだ確認できない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連携コンテンツ「約150」の内訳・全リストは公表されていない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基盤となるAIモデルの詳細(自社開発か外部利用か)は非公開である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今回、確認できなかったこと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連携コンテンツの内訳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出版社・媒体の全リストは公表されていない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記事本文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7つの情報源すべてがHTTP 403で、本調査環境から本文を取得できなかった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基盤AIモデル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自社開発か外部の大規模言語モデルの利用かは非公開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想定ユーザー数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公表されていない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この動画の作り方について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鮮度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発表は着手日の前日(2026年7月28日)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使わなかった情報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想定ユーザー数・初動の登録者数は公表されておらず使っていない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混ぜなかった数字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「約150」というコンテンツ数と、内訳の詳細を区別し、後者が非公開であることを明示している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今日の要点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起きたこと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KDDIが情報源を約150の許諾済みコンテンツに絞った対話型AIサービスを始めた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見どころ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「何でも答える」ではなく「何を根拠に答えるか」を重視した設計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持ち帰ること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AIサービスを選ぶとき、情報源と出典表示の有無を確認してみる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 - 定期実行54本目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「何でも答えるAI」より「根拠を示せるAI」を選ぶ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情報源を絞ることは、機能の制限ではなく説明責任の選択でもある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自分が使っているAIサービスが、何を情報源にしているかを一度確認してみる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