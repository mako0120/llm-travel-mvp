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老朽化した行政ITシステムを置き換えるスタートアップFSH Technologiesが、大型の資金調達を発表しました。何が起きているのか、出典付きで正確に整理してお届けします。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結論から確認します。FSH Technologiesの累計調達額は25百万ドルとなり、全米50州への展開を目指しています。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本日の流れです。企業概要から実績、資金使途、そして確認できなかったことまで整理します。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着手日当日に複数メディアが一斉報道した、鮮度の高い話題です。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シリーズAの調達額は20百万ドルで、Figma等への早期出資で知られるLachy Groom氏が主導しています。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FSH Technologiesは、AIを活用して行政ITの刷新を支援するフィラデルフィア拠点の企業です。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シードからシリーズAへの推移です。累計調達額は25百万ドルとなりました。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これまでに複数の自治体・学区向けに具体的なシステム刷新を実現してきました。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FSH Technologiesは、300以上の自治体、1,000万人の住民に影響するプロジェクトを手がけてきました。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具体的な導入事例として、教育・雇用・税務という複数の行政分野にまたがるプロジェクトがあります。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FSH Technologiesは、時間単価制のコンサルティングファームや個別ベンダーを、単一のプラットフォームに置き換えることを目指しています。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調達資金は、製品開発・営業拡大・採用の3点に充てられます。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拡大戦略の開始以降、ARRは7倍に成長しました。具体的な金額は確認できていません。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2026年第2四半期の拡大戦略開始以降、ARRは7倍に成長しています。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シード、シリーズA、そして全米展開という3ステップで成長を目指しています。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現在4都市に拠点を置き、1年以内に全米50州への展開を目指しています。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FSH Technologiesは、2028年までにARR450百万ドルへの到達を見込んでいるとしています。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従来の時間単価制コンサルティングと比較して、FSHは単一プラットフォームでの提供を掲げています。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地方自治体のIT刷新は全米共通の課題であり、AI活用への期待が高まっています。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複数の独立したメディアが同一の調達額・実績を報じており、報道内容としての一貫性を確認しています。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シード時とシリーズA後を比較すると、調達額・社員数の両方が大きく拡大します。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社員数は現在の11名から45名超へと大幅に拡大する計画です。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今回のニュースの注目ポイントを3つにまとめました。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本テーマは、GovTech×AIの資金調達動向の一事例として整理しています。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今回のニュースに至るまでのタイムラインです。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現在の4都市拠点から、1年以内に全米50州への展開を目指しています。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累計25百万ドルの調達により、FSH Technologiesは全米展開に向けて動き出しています。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本日はFSH Technologiesの資金調達についてお届けしました。確認できなかったことは正直に開示しています。次回もお楽しみに。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「行政ITは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こんなに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ひどくなくていい」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FSH Technologiesが約37億円調達、全米展開へ——出典付きで整理する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GlobeNewswire配信(2026年8月25日)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累計25百万ドル シード+シリーズAの合計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全米50州展開を目指す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GlobeNewswire配信(2026-08-25)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FSH Technologiesとは何か、基本情報を確認する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これまでの実績・具体的なプロジェクト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資金使途・ARRの成長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2026年8月25日付でGlobeNewswire配信記事が一斉に報道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AIを活用した行政IT刷新という着眼点の新しさ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300以上の自治体・1,000万人の住民に影響する実績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GlobeNewswire配信(2026-08-25)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シリーズAの調達額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20百万ドル Lachy Groom氏主導のシリーズA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Acrew Capitalが共同主導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technical.ly(2026年8月)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FSH Technologiesとは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米フィラデルフィア拠点のGovTech(政府向けソフトウェア)企業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都市・学区・州機関向けに老朽化した行政ITを置き換える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AIを活用し、地方自治体が住民により良いサービスを提供できるよう支援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The AI Journal(2026年8月)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シード→シリーズAの調達推移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ラウンド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主導投資家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シード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5百万ドル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Contrary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シリーズA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20百万ドル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Lachy Groom氏、Acrew Capital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累計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25百万ドル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technical.ly(2026年8月)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これまでの実績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ピッツバーグの学校給食システムを刷新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サマービル市の採用・雇用プラットフォームでオンボーディング時間を60%短縮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フィラデルフィア市の中小企業税務申告プログラムを構築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The AI Journal(2026年8月)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サービス提供実績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300以上の自治体 1,000万人の住民に影響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複数州にまたがるプロジェクト実績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The AI Journal(2026年8月)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具体的なプロジェクト例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学校給食システムの刷新(ピッツバーグ)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採用・雇用プラットフォームの構築(サマービル市)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中小企業税務申告プログラム(フィラデルフィア市)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The AI Journal(2026年8月)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行政ITの置き換えの仕組み(概念図)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従来: 時間単価制コンサル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FSHの単一プラットフォーム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AIで住民サービスを改善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270"/>
                </a:solidFill>
                <a:latin typeface="Yu Gothic"/>
              </a:rPr>
              <a:t>成果が出て初めて成長するモデルを掲げる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資金の使い道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使途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製品開発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AIを活用した機能拡充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営業拡大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全米50州への展開に向けた体制強化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採用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社員数を11名から45名超へ拡大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technical.ly(2026年8月)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ARRの成長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2026年第2四半期に拡大戦略を開始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以降、年間経常収益(ARR)は7倍に成長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具体的なARRの現在額は確認できていない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technical.ly(2026年8月)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ARRの成長率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7倍成長 2026年第2四半期以降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拡大戦略開始後の実績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technical.ly(2026年8月)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拡大戦略のステップ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シード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5百万ドル、Contrary主導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シリーズA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20百万ドル、Lachy Groom氏主導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全米展開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1年以内に全米50州を目指す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全米展開計画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現在の拠点はバッファロー・デンバー・フィラデルフィア・ピッツバーグ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今後1年以内に全米50州での事業展開を目指す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交通管理・公共安全スケジューリング等の新分野にも拡大予定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The AI Journal(2026年8月)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調達額・投資家・これまでの導入実績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ARRが7倍に成長したという事実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具体的な企業評価額・ARRの現在額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シリーズAによる具体的な企業評価額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ARRの具体的な現在の金額(7倍という倍率のみ確認できた)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全米50州展開の具体的なタイムライン・優先順位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2028年のARR目標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450百万ドル 2028年までの見込み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あくまで会社側の見込みであり確定ではない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technical.ly(2026年8月)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従来のコンサル型 vs FSHのプラットフォーム型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従来のコンサル型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時間単価制のコンサルティング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個別ベンダーの点在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FSHのプラットフォーム型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単一プラットフォームで一元化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成果が出て初めて成長するモデル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GovTech業界の背景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地方自治体の老朽化したITシステムは全米共通の課題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AIを活用した行政サービス改善への投資が拡大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行政向けソフトウェア市場への投資家の関心が高まっている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GlobeNewswire配信(Manila Times等)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2026年8月25日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technical.ly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VentureBurn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The AI Journal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シード時 vs シリーズA後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シード時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調達額5百万ドル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社員数11名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シリーズA後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累計調達額25百万ドル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社員数45名超へ拡大予定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社員数の拡大計画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11名→45名超 シリーズA後の採用計画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エンジニアリング・デザイン・クライアント戦略が中心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technical.ly(2026年8月)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今回のニュースの3つの注目ポイント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AIを活用した行政ITの刷新という着眼点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ARRが7倍に成長という急成長ぶり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300以上の自治体・1,000万人への実績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GovTech×AIの資金調達動向を追う人に参考になる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地方自治体のIT刷新という社会課題への一事例として押さえたい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特定サービスの利用を推奨するものではない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2026年第2四半期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拡大戦略を開始、ARRが成長を始める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2026年8月21日頃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一部メディアが先行報道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2026年8月25日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GlobeNewswire配信で一斉報道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拠点拡大前後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現在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バッファロー・デンバー・フィラデルフィア・ピッツバーグ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1年以内の目標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全米50州での事業展開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GlobeNewswire等(2026-08-25)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累計25百万ドル→全米展開へ FSH Technologiesの成長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2026年8月25日時点で確認できた事実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GlobeNewswire配信(2026-08-25)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