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本日はAIを活用した攻撃が前年比89%増加したというレポートの話題をお届けします。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今日は、何が起きたのか、AIの三つの役割、脆弱性悪用の高速化、サプライチェーン攻撃の事例をお伝えします。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CrowdStrikeが年次脅威レポートを公開し、AI活用型攻撃が前年比89%増加したと報告しました。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その増加率がこちら、前年比で89%増です。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CrowdStrikeは、サイバーセキュリティ企業として年次脅威レポートを公開しました。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AIは攻撃者にとって、道具、標的、増幅装置という三つの役割を担っているとされます。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脆弱性悪用の高速化について、88%が48時間以内に発生したと報告されています。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脆弱性悪用のスピードを図で見ると、PoC公開からわずかな時間で悪用に至る事例が多いとされます。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PoC公開済み脆弱性のうち、88%が48時間以内に悪用されたとされています。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報じたメディアは、CrowdStrike公式、Yahoo Finance、CyberScoop、StockTitanです。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サプライチェーン攻撃の事例として、131件のフレームワークへのnpmパッケージ混入が報告されています。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サプライチェーン攻撃の詳細をまとめると、この表の通りです。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クラウド関連のサイバー犯罪活動は171%急増したと報告されています。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AI活用型攻撃の広がりを図で見ると、攻撃支援からサプライチェーン、クラウドへと多方面に及んでいます。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ここで大事な点です。レポートの詳細な調査手法や、日本国内への具体的な影響事例は確認できていません。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ここまでを総括します。AIが攻撃者の道具にも標的にもなっていることが今回の核心です。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ここからは推測です。防御側の対応強化、AI基盤の防御強化、規制の整備が焦点になりそうです。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想定される影響としては、企業のセキュリティ対応強化、開発者の検証強化が挙げられます。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本テーマでは数字の創作をせず、過度な不安を煽らないよう配慮しています。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出典はこの表の通り、CrowdStrike公式および独立した複数の専門メディアです。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確認できたことと確認できなかったことを正直に整理します。調査手法の詳細はまだ確認できていません。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改めて確認します。CrowdStrikeが、AI活用型攻撃が前年比89%増加したと発表しました。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従来の攻撃と比べると、AI活用型攻撃は生成の自動化とスピードの面で大きく異なります。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皆さんは、AIが攻撃にも防御にも使われる時代、どう備えるべきだと思いますか。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数字で見ると、AI活用型攻撃は89%増、48時間以内の悪用率は88%、クラウド関連犯罪は171%増です。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改めて総括します。AIがサイバー攻防の最前線に立つ、その一つの節目でした。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企業の対応強化、そしてAI基盤の防御技術の進展に注目していきましょう。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今回もありがとうございました。AI活用型攻撃が急増しているというレポートの話題をお届けしました。次回もお楽しみに。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AIを武器にした攻撃が、89%も増えていた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CrowdStrike「2026年版脅威ハンティングレポート」を公開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CrowdStrike公式・CyberScoop・Yahoo Finance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AIの三つの役割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脆弱性悪用の高速化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サプライチェーン攻撃の事例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セキュリティ企業CrowdStrikeが年次脅威レポートを公開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AIを活用した攻撃者による攻撃件数が2024年比で89%増加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発表日は着手日と同日、2026年8月3日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CrowdStrike公式プレスリリース(2026-08-03)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AI活用型攻撃の増加率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前年比89%増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2024年と比較した攻撃件数の増加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CrowdStrike公式ブログ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CrowdStrike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レポート名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2026年版脅威ハンティングレポート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主な内容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AI活用型攻撃の急増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CrowdStrikeとは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業種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サイバーセキュリティ企業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今回の役割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年次脅威レポートの公開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対象期間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2026年上半期を含む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AIが担う三つの役割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道具(ツール)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ペイロード・シェルコマンドの生成に悪用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標的(ターゲット)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AI基盤自体への攻撃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増幅装置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企業向けLLMの悪用による攻撃の増幅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脆弱性悪用の高速化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2026年上半期、PoC公開済み脆弱性の悪用の88%が48時間以内に発生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中国系攻撃者集団はPoC公開から24時間以内に悪用したとされる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攻撃者の対応速度が大幅に加速している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CrowdStrike公式ブログ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脆弱性悪用のスピード(概念)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PoC公開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概念実証コードが公開される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48時間以内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全体の88%が悪用される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24時間以内(中国系集団)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さらに速い事例も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48時間以内の悪用率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PoC公開済み脆弱性のうち48時間以内に悪用された割合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CrowdStrike公式ブログ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CrowdStrike公式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プレスリリース・公式ブログで発表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Yahoo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レポートの要約を報道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CyberScoop / StockTitan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分析記事を掲載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サプライチェーン攻撃の事例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北朝鮮系ハッカー集団『STARDUST CHOLLIMA』が関与したとされる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131件の信頼済みMastra AIフレームワークに悪意あるnpmパッケージを混入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2026年上半期のソフトウェアレジストリ脅威の87%がnpmパッケージ関連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CrowdStrike公式ブログ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サプライチェーン攻撃の詳細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関与集団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北朝鮮系『STARDUST CHOLLIMA』(報告による)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131件の信頼済みMastra AIフレームワーク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レジストリ脅威に占める割合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87%がnpmパッケージ関連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クラウド関連サイバー犯罪の急増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171%増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認証情報窃取・クリプトマイニング・LLM悪用等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CrowdStrike公式ブログ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AI活用型攻撃の広がり(概念)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AIによる攻撃支援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ペイロード生成等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サプライチェーンへの侵入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npmパッケージ等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クラウドへの攻撃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171%急増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過度な不安を煽らないための正直な開示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レポートの詳細な調査手法・対象範囲は本調査の範囲では未確認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『AI活用型攻撃』の具体的な定義・分類基準の詳細は未確認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日本国内への具体的な影響事例は確認できていない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AIが、攻撃者の道具にも標的にもなる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CrowdStrike、AI活用型攻撃の急増を報告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防御側の対応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企業のセキュリティ体制強化が進む可能性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AI基盤の防御強化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AI関連インフラの防御強化が進む可能性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規制・ガイドラインの整備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業界団体・政府による対応が進む可能性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企業のセキュリティ部門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AI関連リスクへの対応強化が求められる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ソフトウェア開発者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サプライチェーンの検証強化が求められる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セキュリティ業界全体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AI対AIの防御技術への関心が高まる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数字の創作はせず、報告された内容のみを扱う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過度な不安を煽らないよう、確認できたこと・できなかったことを区別する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特定製品の利用を強く推奨する結論にはしない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CrowdStrike公式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レポートの発表元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Yahoo Finance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レポートの要約を報道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CyberScoop / StockTitan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分析記事を掲載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攻撃件数の増加率・脆弱性悪用の速度・サプライチェーン事例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クラウド関連サイバー犯罪の急増率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調査手法の詳細・対象企業数や地域の範囲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日本国内への具体的な影響事例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CrowdStrike 2026年版脅威ハンティングレポート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AI活用型攻撃、前年比89%増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2026年8月3日発表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従来の攻撃とAI活用型攻撃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従来の攻撃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攻撃者が手動でコードを作成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脆弱性の悪用までに時間を要する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AI活用型攻撃(今回の報告)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AIがペイロード・シェルコマンドを生成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48時間以内に悪用される事例が88%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レポート公開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2026年8月3日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複数媒体が報道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同日中に広く報じられる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着手日に話題化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本日、注目を集める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AIが攻撃にも防御にも使われる時代、どう備えるべきだと思いますか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サプライチェーンの安全性、開発者としてどう向き合いたいですか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数字で見る今回のレポート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AI活用型攻撃の増加率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前年比89%増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48時間以内の悪用率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88%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クラウド関連犯罪の急増率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171%増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AIが、サイバー攻防の最前線に立つ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CrowdStrike、AI活用型攻撃の急増を報告(2026年8月3日)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企業の対応強化、AI基盤の防御技術の進展に注目していきます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CrowdStrike、AI活用型攻撃が前年比89%増加と報告(2026年8月3日)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AIは道具・標的・増幅装置という三つの役割を担う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過度な不安を煽らず、確認できたこと・できなかったことを正直に伝えた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CrowdStrike公式・CyberScoop・Yahoo Finance ほか(2026-08-03)｜定期実行106本目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