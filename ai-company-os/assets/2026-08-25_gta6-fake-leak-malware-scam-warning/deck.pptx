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発売前で話題のGTA6を巡り、偽のリークファイルを使ったマルウェア詐欺が拡散しています。何が起きているのか、出典付きで正確に整理してお届けします。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結論から確認します。出回っている113GBの『GTA6リーク』ファイルは偽物で、マルウェアが仕込まれています。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本日の流れです。何が起きているかから手口の詳細、正規の発売情報、そして確認できなかったことまで整理します。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着手日前日に複数の独立したセキュリティメディアが報じた、鮮度の高い話題です。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出回っている偽ファイルは113GBという巨大な容量でした。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複数の独立した検証により、この113GBのファイルは偽物でマルウェアが仕込まれていることが確認されました。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113GBのうち、実際に悪意のあるペイロード部分はわずか約50KBで、残りはダミーデータでした。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詐欺サイトはRockstar Games公式のプロモーションを模倣し、偽の『今すぐプレイ』ボタンで訪問者を誘導しています。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113GBという巨大なファイルの中で、実際に有害なのはわずか約50KBの部分だけでした。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公式プロモーションを模倣した偽サイトから、マルウェアへの誘導が行われる流れです。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このマルウェアは、ブラウザ保存パスワードの窃取や、セキュリティソフトの無効化を試みる挙動が確認されています。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GTA6は2026年11月19日にコンソール向けに発売予定ですが、PC版は発表されておらず、正規のデモも存在しません。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GTA6の正規の発売日は、2026年11月19日と発表されています。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発売への期待の高まりを悪用する形で、偽のリークファイルが拡散しました。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超人気タイトルへの期待の高さと、公式を模倣した巧妙さが、この詐欺の引っかかりやすさの背景にあります。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この詐欺の存在は、2026年8月24日に複数のセキュリティメディアが報じました。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偽のリークファイルと、Rockstar Games公式が発表している正規の情報を比較すると、矛盾が明らかです。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発売前タイトルの『リーク版』を名乗るファイルは、基本的に疑ってかかる姿勢が重要です。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複数の独立したセキュリティメディアが同一の手口を報じており、内容としての一貫性を確認しています。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正式に発表されているのはコンソール版のみで、PC版に関する公式発表はありません。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113GBというファイルサイズのほとんどは、ダミーデータで水増しされたものでした。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今回の件の注目ポイントを3つにまとめました。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本テーマは、発売前タイトルを悪用した詐欺の実例として、視聴者への注意喚起を目的としています。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偽ファイルの拡散が報じられてから、正規発売予定日までのタイムラインです。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今回のような手口は他の人気タイトルでも起こり得るため、一般的な注意点として押さえておくことが重要です。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出回っている113GBの『GTA6リーク』は偽物で、マルウェアが仕込まれた詐欺ファイルであることが確認されています。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発売前タイトルの『リーク』や『デモ』を名乗るファイルは、公式チャンネル以外からのものであれば疑うことが基本です。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本日はGTA6を悪用したマルウェア詐欺についてお届けしました。確認できなかったことは正直に開示しています。次回もお楽しみに。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GTA6「113GBリーク」</a:t>
            </a:r>
          </a:p>
          <a:p>
            <a:pPr algn="l">
              <a:lnSpc>
                <a:spcPct val="115000"/>
              </a:lnSpc>
            </a:pPr>
            <a:r>
              <a:rPr sz="4200" b="1">
                <a:solidFill>
                  <a:srgbClr val="FFFFFF"/>
                </a:solidFill>
                <a:latin typeface="Yu Gothic"/>
              </a:rPr>
              <a:t>は偽物だった</a:t>
            </a:r>
          </a:p>
          <a:p>
            <a:pPr algn="l">
              <a:lnSpc>
                <a:spcPct val="115000"/>
              </a:lnSpc>
            </a:pPr>
            <a:r>
              <a:rPr sz="4200" b="1">
                <a:solidFill>
                  <a:srgbClr val="FFFFFF"/>
                </a:solidFill>
                <a:latin typeface="Yu Gothic"/>
              </a:rPr>
              <a:t>拡散するマルウェア詐欺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ダウンロードする前に知っておきたいこと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Cybernews(2026年8月24日)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113GBの「GTA6リーク」は偽物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実際はマルウェアを仕込んだ詐欺ファイル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何が起きているのか確認する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手口の詳細を確認する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GTA6本体の発売情報を確認する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Cybernews・Malwarebytesが2026年8月24日に一斉報道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発売前の超人気タイトルを悪用した詐欺という話題性</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視聴者への実用的な注意喚起としての価値</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Cybernews(2026-08-24)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偽ファイルの容量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113GB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出回っている偽の「GTA6 PC版ISO」</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何が起きているのか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113GBとされるGTA6のPC版ISOファイルが出回っている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複数の独立した検証により、これは偽物と確認された</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ファイル内にマルウェアが仕込まれていた</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Cybernews(2026-08-24)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偽ファイルの中身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ファイル総容量</a:t>
                      </a:r>
                    </a:p>
                  </a:txBody>
                  <a:tcPr>
                    <a:solidFill>
                      <a:srgbClr val="FFFFFF"/>
                    </a:solidFill>
                  </a:tcPr>
                </a:tc>
                <a:tc>
                  <a:txBody>
                    <a:bodyPr/>
                    <a:lstStyle/>
                    <a:p>
                      <a:pPr>
                        <a:defRPr sz="1200">
                          <a:solidFill>
                            <a:srgbClr val="1A1A2E"/>
                          </a:solidFill>
                          <a:latin typeface="Yu Gothic"/>
                        </a:defRPr>
                      </a:pPr>
                      <a:r>
                        <a:t>113GB(ほとんどがダミーデータ)</a:t>
                      </a:r>
                    </a:p>
                  </a:txBody>
                  <a:tcPr>
                    <a:solidFill>
                      <a:srgbClr val="FFFFFF"/>
                    </a:solidFill>
                  </a:tcPr>
                </a:tc>
              </a:tr>
              <a:tr h="502920">
                <a:tc>
                  <a:txBody>
                    <a:bodyPr/>
                    <a:lstStyle/>
                    <a:p>
                      <a:pPr>
                        <a:defRPr sz="1200">
                          <a:solidFill>
                            <a:srgbClr val="1A1A2E"/>
                          </a:solidFill>
                          <a:latin typeface="Yu Gothic"/>
                        </a:defRPr>
                      </a:pPr>
                      <a:r>
                        <a:t>実際の悪意あるペイロード</a:t>
                      </a:r>
                    </a:p>
                  </a:txBody>
                  <a:tcPr>
                    <a:solidFill>
                      <a:srgbClr val="F3F6FC"/>
                    </a:solidFill>
                  </a:tcPr>
                </a:tc>
                <a:tc>
                  <a:txBody>
                    <a:bodyPr/>
                    <a:lstStyle/>
                    <a:p>
                      <a:pPr>
                        <a:defRPr sz="1200">
                          <a:solidFill>
                            <a:srgbClr val="1A1A2E"/>
                          </a:solidFill>
                          <a:latin typeface="Yu Gothic"/>
                        </a:defRPr>
                      </a:pPr>
                      <a:r>
                        <a:t>約50KBのみ</a:t>
                      </a:r>
                    </a:p>
                  </a:txBody>
                  <a:tcPr>
                    <a:solidFill>
                      <a:srgbClr val="F3F6FC"/>
                    </a:solidFill>
                  </a:tcPr>
                </a:tc>
              </a:tr>
              <a:tr h="502920">
                <a:tc>
                  <a:txBody>
                    <a:bodyPr/>
                    <a:lstStyle/>
                    <a:p>
                      <a:pPr>
                        <a:defRPr sz="1200">
                          <a:solidFill>
                            <a:srgbClr val="1A1A2E"/>
                          </a:solidFill>
                          <a:latin typeface="Yu Gothic"/>
                        </a:defRPr>
                      </a:pPr>
                      <a:r>
                        <a:t>主な目的</a:t>
                      </a:r>
                    </a:p>
                  </a:txBody>
                  <a:tcPr>
                    <a:solidFill>
                      <a:srgbClr val="FFFFFF"/>
                    </a:solidFill>
                  </a:tcPr>
                </a:tc>
                <a:tc>
                  <a:txBody>
                    <a:bodyPr/>
                    <a:lstStyle/>
                    <a:p>
                      <a:pPr>
                        <a:defRPr sz="1200">
                          <a:solidFill>
                            <a:srgbClr val="1A1A2E"/>
                          </a:solidFill>
                          <a:latin typeface="Yu Gothic"/>
                        </a:defRPr>
                      </a:pPr>
                      <a:r>
                        <a:t>パスワード窃取・セキュリティソフト無効化</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Cybernews(2026-08-24)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詐欺サイトの手口</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Rockstar Games公式の「Extended Look」プロモを模倣</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偽の「Play Now」ボタンを設置</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クリックすると悪意ある実行ファイルへ誘導される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Malwarebytes公式ブログ(2026-08-24)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悪意あるペイロードの容量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約50KB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113GBのうち実際に有害な部分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詐欺の流れ(概念図)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偽のプロモサイトを閲覧</a:t>
            </a:r>
          </a:p>
        </p:txBody>
      </p:sp>
      <p:sp>
        <p:nvSpPr>
          <p:cNvPr id="9" name="Right Arrow 8"/>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「Play Now」ボタンをクリック</a:t>
            </a:r>
          </a:p>
        </p:txBody>
      </p:sp>
      <p:sp>
        <p:nvSpPr>
          <p:cNvPr id="13" name="Right Arrow 12"/>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マルウェアに感染</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公式プロモを模倣したサイトが起点</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マルウェアの挙動</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挙動</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パスワード窃取</a:t>
                      </a:r>
                    </a:p>
                  </a:txBody>
                  <a:tcPr>
                    <a:solidFill>
                      <a:srgbClr val="FFFFFF"/>
                    </a:solidFill>
                  </a:tcPr>
                </a:tc>
                <a:tc>
                  <a:txBody>
                    <a:bodyPr/>
                    <a:lstStyle/>
                    <a:p>
                      <a:pPr>
                        <a:defRPr sz="1200">
                          <a:solidFill>
                            <a:srgbClr val="1A1A2E"/>
                          </a:solidFill>
                          <a:latin typeface="Yu Gothic"/>
                        </a:defRPr>
                      </a:pPr>
                      <a:r>
                        <a:t>ブラウザに保存されたパスワードを狙う</a:t>
                      </a:r>
                    </a:p>
                  </a:txBody>
                  <a:tcPr>
                    <a:solidFill>
                      <a:srgbClr val="FFFFFF"/>
                    </a:solidFill>
                  </a:tcPr>
                </a:tc>
              </a:tr>
              <a:tr h="502920">
                <a:tc>
                  <a:txBody>
                    <a:bodyPr/>
                    <a:lstStyle/>
                    <a:p>
                      <a:pPr>
                        <a:defRPr sz="1200">
                          <a:solidFill>
                            <a:srgbClr val="1A1A2E"/>
                          </a:solidFill>
                          <a:latin typeface="Yu Gothic"/>
                        </a:defRPr>
                      </a:pPr>
                      <a:r>
                        <a:t>セキュリティ無効化</a:t>
                      </a:r>
                    </a:p>
                  </a:txBody>
                  <a:tcPr>
                    <a:solidFill>
                      <a:srgbClr val="F3F6FC"/>
                    </a:solidFill>
                  </a:tcPr>
                </a:tc>
                <a:tc>
                  <a:txBody>
                    <a:bodyPr/>
                    <a:lstStyle/>
                    <a:p>
                      <a:pPr>
                        <a:defRPr sz="1200">
                          <a:solidFill>
                            <a:srgbClr val="1A1A2E"/>
                          </a:solidFill>
                          <a:latin typeface="Yu Gothic"/>
                        </a:defRPr>
                      </a:pPr>
                      <a:r>
                        <a:t>Windows Defender等を無効化しようと試みる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Malwarebytes公式ブログ(2026-08-24)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GTA6本体の正規の発売情報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2026年11月19日、PlayStation 5・Xbox Series X|S向けに発売予定</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Rockstar GamesはPC版を発表していない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現時点で正規のGTA6デモ・PC版ビルドは存在しない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Rockstar Games公式発表</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正規の発売日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2026年11月19日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PlayStation 5・Xbox Series X|S向け</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Rockstar Games公式発表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詐欺が拡散した経緯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発売への期待の高まり</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11月発売・拡張プレビューへの注目</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偽ファイルの出現</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113GBの「リーク」を装うファイルが拡散</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検証で判明</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複数の独立した調査で偽物・マルウェアと確認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なぜ引っかかりやすいのか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超人気タイトルへの期待の高さを悪用している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公式プロモーションを巧妙に模倣している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「早く手に入れたい」という心理につけ込む</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確定</a:t>
                      </a:r>
                    </a:p>
                  </a:txBody>
                  <a:tcPr>
                    <a:solidFill>
                      <a:srgbClr val="FFFFFF"/>
                    </a:solidFill>
                  </a:tcPr>
                </a:tc>
                <a:tc>
                  <a:txBody>
                    <a:bodyPr/>
                    <a:lstStyle/>
                    <a:p>
                      <a:pPr>
                        <a:defRPr sz="1200">
                          <a:solidFill>
                            <a:srgbClr val="1A1A2E"/>
                          </a:solidFill>
                          <a:latin typeface="Yu Gothic"/>
                        </a:defRPr>
                      </a:pPr>
                      <a:r>
                        <a:t>偽ファイルの存在・マルウェアの挙動</a:t>
                      </a:r>
                    </a:p>
                  </a:txBody>
                  <a:tcPr>
                    <a:solidFill>
                      <a:srgbClr val="FFFFFF"/>
                    </a:solidFill>
                  </a:tcPr>
                </a:tc>
              </a:tr>
              <a:tr h="502920">
                <a:tc>
                  <a:txBody>
                    <a:bodyPr/>
                    <a:lstStyle/>
                    <a:p>
                      <a:pPr>
                        <a:defRPr sz="1200">
                          <a:solidFill>
                            <a:srgbClr val="1A1A2E"/>
                          </a:solidFill>
                          <a:latin typeface="Yu Gothic"/>
                        </a:defRPr>
                      </a:pPr>
                      <a:r>
                        <a:t>確定</a:t>
                      </a:r>
                    </a:p>
                  </a:txBody>
                  <a:tcPr>
                    <a:solidFill>
                      <a:srgbClr val="F3F6FC"/>
                    </a:solidFill>
                  </a:tcPr>
                </a:tc>
                <a:tc>
                  <a:txBody>
                    <a:bodyPr/>
                    <a:lstStyle/>
                    <a:p>
                      <a:pPr>
                        <a:defRPr sz="1200">
                          <a:solidFill>
                            <a:srgbClr val="1A1A2E"/>
                          </a:solidFill>
                          <a:latin typeface="Yu Gothic"/>
                        </a:defRPr>
                      </a:pPr>
                      <a:r>
                        <a:t>GTA6の正規発売日・対応機種</a:t>
                      </a:r>
                    </a:p>
                  </a:txBody>
                  <a:tcPr>
                    <a:solidFill>
                      <a:srgbClr val="F3F6FC"/>
                    </a:solidFill>
                  </a:tcPr>
                </a:tc>
              </a:tr>
              <a:tr h="502920">
                <a:tc>
                  <a:txBody>
                    <a:bodyPr/>
                    <a:lstStyle/>
                    <a:p>
                      <a:pPr>
                        <a:defRPr sz="1200">
                          <a:solidFill>
                            <a:srgbClr val="1A1A2E"/>
                          </a:solidFill>
                          <a:latin typeface="Yu Gothic"/>
                        </a:defRPr>
                      </a:pPr>
                      <a:r>
                        <a:t>未確認</a:t>
                      </a:r>
                    </a:p>
                  </a:txBody>
                  <a:tcPr>
                    <a:solidFill>
                      <a:srgbClr val="FFFFFF"/>
                    </a:solidFill>
                  </a:tcPr>
                </a:tc>
                <a:tc>
                  <a:txBody>
                    <a:bodyPr/>
                    <a:lstStyle/>
                    <a:p>
                      <a:pPr>
                        <a:defRPr sz="1200">
                          <a:solidFill>
                            <a:srgbClr val="1A1A2E"/>
                          </a:solidFill>
                          <a:latin typeface="Yu Gothic"/>
                        </a:defRPr>
                      </a:pPr>
                      <a:r>
                        <a:t>実際の被害者数・規模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実際にこのマルウェアに感染した被害者の具体的な人数・規模</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マルウェアの配布者・攻撃者の身元</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詐欺サイトの具体的なドメイン数・拡散経路の全容</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2026年8月24日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Cybernews・Malwarebytesが一斉報道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偽ファイル vs 正規情報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偽の「113GBリーク」</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存在しないPC版ビルド</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マルウェア入り</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正規の発売情報</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2026年11月19日、コンソール版のみ</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PC版は未発表</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セキュリティ上の注意点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発売前タイトルの「リーク版」「デモ版」は基本的に疑うべき</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公式サイト・公式SNS以外からのダウンロードは避ける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特定のセキュリティ製品の利用を強く推奨する意図はない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主要出典の一覧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報道日</a:t>
                      </a:r>
                    </a:p>
                  </a:txBody>
                  <a:tcPr>
                    <a:solidFill>
                      <a:srgbClr val="1E2761"/>
                    </a:solidFill>
                  </a:tcPr>
                </a:tc>
              </a:tr>
              <a:tr h="502920">
                <a:tc>
                  <a:txBody>
                    <a:bodyPr/>
                    <a:lstStyle/>
                    <a:p>
                      <a:pPr>
                        <a:defRPr sz="1200">
                          <a:solidFill>
                            <a:srgbClr val="1A1A2E"/>
                          </a:solidFill>
                          <a:latin typeface="Yu Gothic"/>
                        </a:defRPr>
                      </a:pPr>
                      <a:r>
                        <a:t>Cybernews</a:t>
                      </a:r>
                    </a:p>
                  </a:txBody>
                  <a:tcPr>
                    <a:solidFill>
                      <a:srgbClr val="FFFFFF"/>
                    </a:solidFill>
                  </a:tcPr>
                </a:tc>
                <a:tc>
                  <a:txBody>
                    <a:bodyPr/>
                    <a:lstStyle/>
                    <a:p>
                      <a:pPr>
                        <a:defRPr sz="1200">
                          <a:solidFill>
                            <a:srgbClr val="1A1A2E"/>
                          </a:solidFill>
                          <a:latin typeface="Yu Gothic"/>
                        </a:defRPr>
                      </a:pPr>
                      <a:r>
                        <a:t>2026年8月24日</a:t>
                      </a:r>
                    </a:p>
                  </a:txBody>
                  <a:tcPr>
                    <a:solidFill>
                      <a:srgbClr val="FFFFFF"/>
                    </a:solidFill>
                  </a:tcPr>
                </a:tc>
              </a:tr>
              <a:tr h="502920">
                <a:tc>
                  <a:txBody>
                    <a:bodyPr/>
                    <a:lstStyle/>
                    <a:p>
                      <a:pPr>
                        <a:defRPr sz="1200">
                          <a:solidFill>
                            <a:srgbClr val="1A1A2E"/>
                          </a:solidFill>
                          <a:latin typeface="Yu Gothic"/>
                        </a:defRPr>
                      </a:pPr>
                      <a:r>
                        <a:t>Malwarebytes公式ブログ</a:t>
                      </a:r>
                    </a:p>
                  </a:txBody>
                  <a:tcPr>
                    <a:solidFill>
                      <a:srgbClr val="F3F6FC"/>
                    </a:solidFill>
                  </a:tcPr>
                </a:tc>
                <a:tc>
                  <a:txBody>
                    <a:bodyPr/>
                    <a:lstStyle/>
                    <a:p>
                      <a:pPr>
                        <a:defRPr sz="1200">
                          <a:solidFill>
                            <a:srgbClr val="1A1A2E"/>
                          </a:solidFill>
                          <a:latin typeface="Yu Gothic"/>
                        </a:defRPr>
                      </a:pPr>
                      <a:r>
                        <a:t>2026年8月24日</a:t>
                      </a:r>
                    </a:p>
                  </a:txBody>
                  <a:tcPr>
                    <a:solidFill>
                      <a:srgbClr val="F3F6FC"/>
                    </a:solidFill>
                  </a:tcPr>
                </a:tc>
              </a:tr>
              <a:tr h="502920">
                <a:tc>
                  <a:txBody>
                    <a:bodyPr/>
                    <a:lstStyle/>
                    <a:p>
                      <a:pPr>
                        <a:defRPr sz="1200">
                          <a:solidFill>
                            <a:srgbClr val="1A1A2E"/>
                          </a:solidFill>
                          <a:latin typeface="Yu Gothic"/>
                        </a:defRPr>
                      </a:pPr>
                      <a:r>
                        <a:t>GamingHQ</a:t>
                      </a:r>
                    </a:p>
                  </a:txBody>
                  <a:tcPr>
                    <a:solidFill>
                      <a:srgbClr val="FFFFFF"/>
                    </a:solidFill>
                  </a:tcPr>
                </a:tc>
                <a:tc>
                  <a:txBody>
                    <a:bodyPr/>
                    <a:lstStyle/>
                    <a:p>
                      <a:pPr>
                        <a:defRPr sz="1200">
                          <a:solidFill>
                            <a:srgbClr val="1A1A2E"/>
                          </a:solidFill>
                          <a:latin typeface="Yu Gothic"/>
                        </a:defRPr>
                      </a:pPr>
                      <a:r>
                        <a:t>2026年8月23日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コンソール版 vs 噂のPC版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コンソール版(正規)</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PS5・Xbox Series X|S向け</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2026年11月19日発売</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PC版(未発表)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Rockstar Gamesは未発表</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現時点で正規デモも存在しない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ダミーデータの割合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113GBのほぼ全て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実際の悪意あるコードはごく一部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今回の件の3つの注目ポイント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発売前タイトルの期待を悪用した詐欺</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巨大ファイルサイズで信憑性を装う手口</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公式プロモを模倣した巧妙な誘導</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GTA6ファン・ゲーマーに直接関係する注意喚起情報</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発売前タイトル全般に共通するリスクの実例としての価値</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偽サイトへの誘導となる情報は一切記載しない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できごと</a:t>
                      </a:r>
                    </a:p>
                  </a:txBody>
                  <a:tcPr>
                    <a:solidFill>
                      <a:srgbClr val="1E2761"/>
                    </a:solidFill>
                  </a:tcPr>
                </a:tc>
              </a:tr>
              <a:tr h="502920">
                <a:tc>
                  <a:txBody>
                    <a:bodyPr/>
                    <a:lstStyle/>
                    <a:p>
                      <a:pPr>
                        <a:defRPr sz="1200">
                          <a:solidFill>
                            <a:srgbClr val="1A1A2E"/>
                          </a:solidFill>
                          <a:latin typeface="Yu Gothic"/>
                        </a:defRPr>
                      </a:pPr>
                      <a:r>
                        <a:t>2026年8月23日</a:t>
                      </a:r>
                    </a:p>
                  </a:txBody>
                  <a:tcPr>
                    <a:solidFill>
                      <a:srgbClr val="FFFFFF"/>
                    </a:solidFill>
                  </a:tcPr>
                </a:tc>
                <a:tc>
                  <a:txBody>
                    <a:bodyPr/>
                    <a:lstStyle/>
                    <a:p>
                      <a:pPr>
                        <a:defRPr sz="1200">
                          <a:solidFill>
                            <a:srgbClr val="1A1A2E"/>
                          </a:solidFill>
                          <a:latin typeface="Yu Gothic"/>
                        </a:defRPr>
                      </a:pPr>
                      <a:r>
                        <a:t>GamingHQ等が偽ファイルの拡散を報道</a:t>
                      </a:r>
                    </a:p>
                  </a:txBody>
                  <a:tcPr>
                    <a:solidFill>
                      <a:srgbClr val="FFFFFF"/>
                    </a:solidFill>
                  </a:tcPr>
                </a:tc>
              </a:tr>
              <a:tr h="502920">
                <a:tc>
                  <a:txBody>
                    <a:bodyPr/>
                    <a:lstStyle/>
                    <a:p>
                      <a:pPr>
                        <a:defRPr sz="1200">
                          <a:solidFill>
                            <a:srgbClr val="1A1A2E"/>
                          </a:solidFill>
                          <a:latin typeface="Yu Gothic"/>
                        </a:defRPr>
                      </a:pPr>
                      <a:r>
                        <a:t>2026年8月24日</a:t>
                      </a:r>
                    </a:p>
                  </a:txBody>
                  <a:tcPr>
                    <a:solidFill>
                      <a:srgbClr val="F3F6FC"/>
                    </a:solidFill>
                  </a:tcPr>
                </a:tc>
                <a:tc>
                  <a:txBody>
                    <a:bodyPr/>
                    <a:lstStyle/>
                    <a:p>
                      <a:pPr>
                        <a:defRPr sz="1200">
                          <a:solidFill>
                            <a:srgbClr val="1A1A2E"/>
                          </a:solidFill>
                          <a:latin typeface="Yu Gothic"/>
                        </a:defRPr>
                      </a:pPr>
                      <a:r>
                        <a:t>Cybernews・Malwarebytesが詳細な手口を報道</a:t>
                      </a:r>
                    </a:p>
                  </a:txBody>
                  <a:tcPr>
                    <a:solidFill>
                      <a:srgbClr val="F3F6FC"/>
                    </a:solidFill>
                  </a:tcPr>
                </a:tc>
              </a:tr>
              <a:tr h="502920">
                <a:tc>
                  <a:txBody>
                    <a:bodyPr/>
                    <a:lstStyle/>
                    <a:p>
                      <a:pPr>
                        <a:defRPr sz="1200">
                          <a:solidFill>
                            <a:srgbClr val="1A1A2E"/>
                          </a:solidFill>
                          <a:latin typeface="Yu Gothic"/>
                        </a:defRPr>
                      </a:pPr>
                      <a:r>
                        <a:t>2026年11月19日</a:t>
                      </a:r>
                    </a:p>
                  </a:txBody>
                  <a:tcPr>
                    <a:solidFill>
                      <a:srgbClr val="FFFFFF"/>
                    </a:solidFill>
                  </a:tcPr>
                </a:tc>
                <a:tc>
                  <a:txBody>
                    <a:bodyPr/>
                    <a:lstStyle/>
                    <a:p>
                      <a:pPr>
                        <a:defRPr sz="1200">
                          <a:solidFill>
                            <a:srgbClr val="1A1A2E"/>
                          </a:solidFill>
                          <a:latin typeface="Yu Gothic"/>
                        </a:defRPr>
                      </a:pPr>
                      <a:r>
                        <a:t>GTA6正規発売予定(コンソール版)</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同様の手口への一般的な注意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「早期アクセス」「リーク版」を名乗るファイルは特に警戒する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公式が発表していない対応機種・バージョンには注意する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不審なファイルは実行せず削除することが推奨される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Cybernews等(2026-08-24)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113GBの「リーク」は偽物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実際はマルウェア入りの詐欺ファイル(Cybernews 2026年8月24日)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Cybernews(2026-08-24)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覚えておきたい合言葉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公式以外は疑う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発売前タイトルの「リーク」「デモ」全般に共通する原則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