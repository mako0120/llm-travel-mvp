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欧州王者が、日本人ゴールキーパーに約60億円を積んだと報じられました。今日はこの話題を、出典付きで整理してお伝えします。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まず数字から。ボーナスを含めて約60億円という、大きなオファーが報じられています。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パルマの希望額を上回る、大型オファーが提示されたと報じられています。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現時点では、交渉が進行中という段階です。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獲得に動いているのは、チャンピオンズリーグを連覇中のPSGです。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鈴木選手は、日本代表の守護神としても知られる選手です。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世界的な名門クラブ2つが争う構図になっていると報じられています。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移籍交渉の概要をまとめました。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PSGの提示額は、パルマが希望する金額を上回っていると報じられています。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PSGは、既存の控えゴールキーパーの放出も含めた構想を持っていると報じられています。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ここが最も大事な点です。まだ交渉段階であり、移籍が確定したわけではありません。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この3点が、本テーマがバズる人気路線と親和性が高い理由です。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報道されていることと、まだ未確定なことを、正直に区別してお伝えします。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この報道は、まさに今日、着手日当日のものです。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日本人選手が世界的なクラブから注目される流れの中の1つの出来事です。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これはあくまで一般的な移籍の流れであり、本件が必ずこの通りに進むとは限りません。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本テーマの要点をまとめました。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この話題は、着手日当日の報道です。非常に新しい話題として扱っています。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ここまでの内容を総括します。欧州王者PSGが、日本代表GKに大型オファーを提示したと報じられました。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ここからは推測です。今後の展開はまだ確定していません。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既存テーマとの重複がないことを確認しています。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確認できたこと・できなかったことを、正直に区別してお伝えします。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これらは確認できておらず、正直にお伝えします。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PSGは、鈴木選手を迎え入れるための体制作りも進めていると報じられています。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複数の独立した配信元が、同じ方向性の内容を報じています。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最後にもう一度、この報道の核心部分を振り返ります。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この話題は今後も続きそうです。注目したいポイントを整理しました。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欧州王者が、日本人GKに約60億円を積んだ。この話題を、今日はお伝えしました。まだ交渉段階であることも忘れないでください。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今回は、鈴木彩艶選手へのPSGオファー報道をお伝えしました。ご視聴ありがとうございました。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欧州王者が、日本人GKに約60億円を積んだ。</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鈴木彩艶選手へのPSG正式オファー報道(2026年8月3日、交渉進行中)</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Yahoo!ニュース(RONSPO/GOAL/フットボールチャンネル配信)ほか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報じられたオファー額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約60億円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ボーナスを含む総額約3,300万ユーロ</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Yahoo!ニュース(RONSPO配信、2026-08-03)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何が報じられたのか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移籍先クラブについて</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争奪戦の状況</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現在の交渉段階(未確定であること)</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確認できなかったこと・今後の見通し</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何が報じられたのか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2026年8月3日の報道のポイントです。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日本代表GK鈴木彩艶選手(23、パルマ所属)への獲得報道</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PSGがボーナス込み総額約3,300万ユーロを正式オファー</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パルマの希望額3,000万ユーロを上回る条件</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セカンドキーパーの放出を見込んだ獲得構想も報じられている</a:t>
            </a:r>
          </a:p>
        </p:txBody>
      </p:sp>
      <p:sp>
        <p:nvSpPr>
          <p:cNvPr id="15" name="Oval 14"/>
          <p:cNvSpPr/>
          <p:nvPr/>
        </p:nvSpPr>
        <p:spPr>
          <a:xfrm>
            <a:off x="457200" y="523036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競合のユベントスに対しリードしているとされる</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Yahoo!ニュース(フットボールチャンネル配信、2026-08-03)</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交渉の流れ(概念図)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パルマ所属</a:t>
            </a:r>
          </a:p>
        </p:txBody>
      </p:sp>
      <p:sp>
        <p:nvSpPr>
          <p:cNvPr id="9" name="Right Arrow 8"/>
          <p:cNvSpPr/>
          <p:nvPr/>
        </p:nvSpPr>
        <p:spPr>
          <a:xfrm>
            <a:off x="25571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069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PSGが関心を表明</a:t>
            </a:r>
          </a:p>
        </p:txBody>
      </p:sp>
      <p:sp>
        <p:nvSpPr>
          <p:cNvPr id="13" name="Right Arrow 12"/>
          <p:cNvSpPr/>
          <p:nvPr/>
        </p:nvSpPr>
        <p:spPr>
          <a:xfrm>
            <a:off x="57575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073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正式オファー提示(8/3)</a:t>
            </a:r>
          </a:p>
        </p:txBody>
      </p:sp>
      <p:sp>
        <p:nvSpPr>
          <p:cNvPr id="17" name="Right Arrow 16"/>
          <p:cNvSpPr/>
          <p:nvPr/>
        </p:nvSpPr>
        <p:spPr>
          <a:xfrm>
            <a:off x="89579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07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交渉進行中(未確定)</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移籍先クラブ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PSG</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パリ・サンジェルマン、UEFAチャンピオンズリーグ連覇中</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Yahoo!ニュース(GOAL配信)</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鈴木彩艶選手のプロフィール</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年齢</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23歳</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ポジション</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ゴールキーパー(GK)</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所属</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パルマ(イタリア・セリエA)、日本代表GK</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争奪戦の状況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報道されている競合クラブとの状況です。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ユベントスも獲得に関心を示していると報じられている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PSGの正式オファーにより、ユベントスに対しリードしているとされる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著名ジャーナリストが『パルマに60億円を提示、ユベントスにリード』と報じた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Yahoo!ニュース(GOAL配信、2026-08-03)</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移籍交渉の概要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対象選手</a:t>
                      </a:r>
                    </a:p>
                  </a:txBody>
                  <a:tcPr>
                    <a:solidFill>
                      <a:srgbClr val="FFFFFF"/>
                    </a:solidFill>
                  </a:tcPr>
                </a:tc>
                <a:tc>
                  <a:txBody>
                    <a:bodyPr/>
                    <a:lstStyle/>
                    <a:p>
                      <a:pPr>
                        <a:defRPr sz="1200">
                          <a:solidFill>
                            <a:srgbClr val="1A1A2E"/>
                          </a:solidFill>
                          <a:latin typeface="Yu Gothic"/>
                        </a:defRPr>
                      </a:pPr>
                      <a:r>
                        <a:t>鈴木彩艶(日本代表GK、パルマ所属)</a:t>
                      </a:r>
                    </a:p>
                  </a:txBody>
                  <a:tcPr>
                    <a:solidFill>
                      <a:srgbClr val="FFFFFF"/>
                    </a:solidFill>
                  </a:tcPr>
                </a:tc>
              </a:tr>
              <a:tr h="502920">
                <a:tc>
                  <a:txBody>
                    <a:bodyPr/>
                    <a:lstStyle/>
                    <a:p>
                      <a:pPr>
                        <a:defRPr sz="1200">
                          <a:solidFill>
                            <a:srgbClr val="1A1A2E"/>
                          </a:solidFill>
                          <a:latin typeface="Yu Gothic"/>
                        </a:defRPr>
                      </a:pPr>
                      <a:r>
                        <a:t>獲得に動くクラブ</a:t>
                      </a:r>
                    </a:p>
                  </a:txBody>
                  <a:tcPr>
                    <a:solidFill>
                      <a:srgbClr val="F3F6FC"/>
                    </a:solidFill>
                  </a:tcPr>
                </a:tc>
                <a:tc>
                  <a:txBody>
                    <a:bodyPr/>
                    <a:lstStyle/>
                    <a:p>
                      <a:pPr>
                        <a:defRPr sz="1200">
                          <a:solidFill>
                            <a:srgbClr val="1A1A2E"/>
                          </a:solidFill>
                          <a:latin typeface="Yu Gothic"/>
                        </a:defRPr>
                      </a:pPr>
                      <a:r>
                        <a:t>PSG(パリ・サンジェルマン)</a:t>
                      </a:r>
                    </a:p>
                  </a:txBody>
                  <a:tcPr>
                    <a:solidFill>
                      <a:srgbClr val="F3F6FC"/>
                    </a:solidFill>
                  </a:tcPr>
                </a:tc>
              </a:tr>
              <a:tr h="502920">
                <a:tc>
                  <a:txBody>
                    <a:bodyPr/>
                    <a:lstStyle/>
                    <a:p>
                      <a:pPr>
                        <a:defRPr sz="1200">
                          <a:solidFill>
                            <a:srgbClr val="1A1A2E"/>
                          </a:solidFill>
                          <a:latin typeface="Yu Gothic"/>
                        </a:defRPr>
                      </a:pPr>
                      <a:r>
                        <a:t>競合クラブ</a:t>
                      </a:r>
                    </a:p>
                  </a:txBody>
                  <a:tcPr>
                    <a:solidFill>
                      <a:srgbClr val="FFFFFF"/>
                    </a:solidFill>
                  </a:tcPr>
                </a:tc>
                <a:tc>
                  <a:txBody>
                    <a:bodyPr/>
                    <a:lstStyle/>
                    <a:p>
                      <a:pPr>
                        <a:defRPr sz="1200">
                          <a:solidFill>
                            <a:srgbClr val="1A1A2E"/>
                          </a:solidFill>
                          <a:latin typeface="Yu Gothic"/>
                        </a:defRPr>
                      </a:pPr>
                      <a:r>
                        <a:t>ユベントス</a:t>
                      </a:r>
                    </a:p>
                  </a:txBody>
                  <a:tcPr>
                    <a:solidFill>
                      <a:srgbClr val="FFFFFF"/>
                    </a:solidFill>
                  </a:tcPr>
                </a:tc>
              </a:tr>
              <a:tr h="502920">
                <a:tc>
                  <a:txBody>
                    <a:bodyPr/>
                    <a:lstStyle/>
                    <a:p>
                      <a:pPr>
                        <a:defRPr sz="1200">
                          <a:solidFill>
                            <a:srgbClr val="1A1A2E"/>
                          </a:solidFill>
                          <a:latin typeface="Yu Gothic"/>
                        </a:defRPr>
                      </a:pPr>
                      <a:r>
                        <a:t>報じられたオファー額</a:t>
                      </a:r>
                    </a:p>
                  </a:txBody>
                  <a:tcPr>
                    <a:solidFill>
                      <a:srgbClr val="F3F6FC"/>
                    </a:solidFill>
                  </a:tcPr>
                </a:tc>
                <a:tc>
                  <a:txBody>
                    <a:bodyPr/>
                    <a:lstStyle/>
                    <a:p>
                      <a:pPr>
                        <a:defRPr sz="1200">
                          <a:solidFill>
                            <a:srgbClr val="1A1A2E"/>
                          </a:solidFill>
                          <a:latin typeface="Yu Gothic"/>
                        </a:defRPr>
                      </a:pPr>
                      <a:r>
                        <a:t>ボーナス込み総額約3,300万ユーロ(約60億円)</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パルマの希望額との差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3,000万ユーロ → 3,300万ユーロ</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パルマの希望額を、PSGのオファーが上回っている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ライブドアニュース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PSGの獲得構想(報道ベース)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セカンドGKの放出を検討</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鈴木選手を新たな正GK候補に</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正式オファーを提示</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パルマとの交渉が進行中</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現在の交渉段階(重要・正直な開示)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本テーマで最も強調したい点です。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本調査時点(2026-08-03)では、正式な移籍合意・発表には至っていない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『オファー提示・交渉進行中』の段階である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『合意寸前』という見出しの報道もあるが、確定情報ではない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今後、条件面での合意や医療検査等を経て正式発表される可能性がある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研究チームによる整理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この話題が注目される理由</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クラブの知名度</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PSGは世界的に著名で、チャンピオンズリーグ連覇中</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金額のインパクト</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約60億円という規模の大きさ</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争奪戦の構図</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ユベントスとの競争という分かりやすいドラマ性</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報道されていること と 未確定なこと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報道されていること</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PSGの正式オファー提示</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パルマ希望額を上回る条件</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未確定なこと</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正式な移籍合意</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最終的な移籍金・契約条件</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報道日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2026-08-03</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着手日当日の報道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Yahoo!ニュース各配信</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日本人選手の海外での評価(背景)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この話題の背景にある文脈です。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近年、日本人選手が欧州の名門クラブから評価される事例が増えている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GKというポジションでの高評価は特に注目される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83本目(橋岡大樹選手)と同様、日本人選手の海外での活躍を扱う話題</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政治的な要素はなく、スポーツニュースとして中立に扱う</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今後想定される流れ(概念図、推測)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条件面での交渉継続</a:t>
            </a:r>
          </a:p>
        </p:txBody>
      </p:sp>
      <p:sp>
        <p:nvSpPr>
          <p:cNvPr id="9" name="Right Arrow 8"/>
          <p:cNvSpPr/>
          <p:nvPr/>
        </p:nvSpPr>
        <p:spPr>
          <a:xfrm>
            <a:off x="25571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069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合意に至れば正式発表</a:t>
            </a:r>
          </a:p>
        </p:txBody>
      </p:sp>
      <p:sp>
        <p:nvSpPr>
          <p:cNvPr id="13" name="Right Arrow 12"/>
          <p:cNvSpPr/>
          <p:nvPr/>
        </p:nvSpPr>
        <p:spPr>
          <a:xfrm>
            <a:off x="57575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073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医療検査等の手続き</a:t>
            </a:r>
          </a:p>
        </p:txBody>
      </p:sp>
      <p:sp>
        <p:nvSpPr>
          <p:cNvPr id="17" name="Right Arrow 16"/>
          <p:cNvSpPr/>
          <p:nvPr/>
        </p:nvSpPr>
        <p:spPr>
          <a:xfrm>
            <a:off x="89579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07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正式移籍(未確定)</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本テーマのまとめ表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対象選手</a:t>
                      </a:r>
                    </a:p>
                  </a:txBody>
                  <a:tcPr>
                    <a:solidFill>
                      <a:srgbClr val="FFFFFF"/>
                    </a:solidFill>
                  </a:tcPr>
                </a:tc>
                <a:tc>
                  <a:txBody>
                    <a:bodyPr/>
                    <a:lstStyle/>
                    <a:p>
                      <a:pPr>
                        <a:defRPr sz="1200">
                          <a:solidFill>
                            <a:srgbClr val="1A1A2E"/>
                          </a:solidFill>
                          <a:latin typeface="Yu Gothic"/>
                        </a:defRPr>
                      </a:pPr>
                      <a:r>
                        <a:t>鈴木彩艶選手(日本代表GK)</a:t>
                      </a:r>
                    </a:p>
                  </a:txBody>
                  <a:tcPr>
                    <a:solidFill>
                      <a:srgbClr val="FFFFFF"/>
                    </a:solidFill>
                  </a:tcPr>
                </a:tc>
              </a:tr>
              <a:tr h="502920">
                <a:tc>
                  <a:txBody>
                    <a:bodyPr/>
                    <a:lstStyle/>
                    <a:p>
                      <a:pPr>
                        <a:defRPr sz="1200">
                          <a:solidFill>
                            <a:srgbClr val="1A1A2E"/>
                          </a:solidFill>
                          <a:latin typeface="Yu Gothic"/>
                        </a:defRPr>
                      </a:pPr>
                      <a:r>
                        <a:t>報道日</a:t>
                      </a:r>
                    </a:p>
                  </a:txBody>
                  <a:tcPr>
                    <a:solidFill>
                      <a:srgbClr val="F3F6FC"/>
                    </a:solidFill>
                  </a:tcPr>
                </a:tc>
                <a:tc>
                  <a:txBody>
                    <a:bodyPr/>
                    <a:lstStyle/>
                    <a:p>
                      <a:pPr>
                        <a:defRPr sz="1200">
                          <a:solidFill>
                            <a:srgbClr val="1A1A2E"/>
                          </a:solidFill>
                          <a:latin typeface="Yu Gothic"/>
                        </a:defRPr>
                      </a:pPr>
                      <a:r>
                        <a:t>2026年8月3日</a:t>
                      </a:r>
                    </a:p>
                  </a:txBody>
                  <a:tcPr>
                    <a:solidFill>
                      <a:srgbClr val="F3F6FC"/>
                    </a:solidFill>
                  </a:tcPr>
                </a:tc>
              </a:tr>
              <a:tr h="502920">
                <a:tc>
                  <a:txBody>
                    <a:bodyPr/>
                    <a:lstStyle/>
                    <a:p>
                      <a:pPr>
                        <a:defRPr sz="1200">
                          <a:solidFill>
                            <a:srgbClr val="1A1A2E"/>
                          </a:solidFill>
                          <a:latin typeface="Yu Gothic"/>
                        </a:defRPr>
                      </a:pPr>
                      <a:r>
                        <a:t>オファー額</a:t>
                      </a:r>
                    </a:p>
                  </a:txBody>
                  <a:tcPr>
                    <a:solidFill>
                      <a:srgbClr val="FFFFFF"/>
                    </a:solidFill>
                  </a:tcPr>
                </a:tc>
                <a:tc>
                  <a:txBody>
                    <a:bodyPr/>
                    <a:lstStyle/>
                    <a:p>
                      <a:pPr>
                        <a:defRPr sz="1200">
                          <a:solidFill>
                            <a:srgbClr val="1A1A2E"/>
                          </a:solidFill>
                          <a:latin typeface="Yu Gothic"/>
                        </a:defRPr>
                      </a:pPr>
                      <a:r>
                        <a:t>約60億円(ボーナス込み)</a:t>
                      </a:r>
                    </a:p>
                  </a:txBody>
                  <a:tcPr>
                    <a:solidFill>
                      <a:srgbClr val="FFFFFF"/>
                    </a:solidFill>
                  </a:tcPr>
                </a:tc>
              </a:tr>
              <a:tr h="502920">
                <a:tc>
                  <a:txBody>
                    <a:bodyPr/>
                    <a:lstStyle/>
                    <a:p>
                      <a:pPr>
                        <a:defRPr sz="1200">
                          <a:solidFill>
                            <a:srgbClr val="1A1A2E"/>
                          </a:solidFill>
                          <a:latin typeface="Yu Gothic"/>
                        </a:defRPr>
                      </a:pPr>
                      <a:r>
                        <a:t>現在の段階</a:t>
                      </a:r>
                    </a:p>
                  </a:txBody>
                  <a:tcPr>
                    <a:solidFill>
                      <a:srgbClr val="F3F6FC"/>
                    </a:solidFill>
                  </a:tcPr>
                </a:tc>
                <a:tc>
                  <a:txBody>
                    <a:bodyPr/>
                    <a:lstStyle/>
                    <a:p>
                      <a:pPr>
                        <a:defRPr sz="1200">
                          <a:solidFill>
                            <a:srgbClr val="1A1A2E"/>
                          </a:solidFill>
                          <a:latin typeface="Yu Gothic"/>
                        </a:defRPr>
                      </a:pPr>
                      <a:r>
                        <a:t>交渉進行中(移籍未確定)</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本テーマの鮮度についてです。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報道は2026年8月3日、着手日当日である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非常に高い鮮度の話題として扱っている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交渉の最終結果(合意・破談等)は本ラウンドの調査時点では確認できていない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約60億円のオファー</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欧州王者PSGが、日本代表GK鈴木彩艶選手に正式オファーを提示したと報じられた</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今後の見通し(推測であることを明示)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交渉の進展を注視</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正式発表の有無を確認</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日本代表への影響も注目</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具体的な結果はまだ不明</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似たテーマとの違い(重複ではないことの確認)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83本目との違い</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83本目は橋岡大樹選手のボルシアMG移籍、本テーマは鈴木彩艶選手のPSGオファー</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本テーマの独自性</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GKというポジション、PSGという世界的クラブ、争奪戦という構図</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政治的リスク</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サッカーの移籍交渉という話題であり、政治的な要素は一切ない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確認できたこと と 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確認できたこと</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PSGの正式オファー・金額・争奪戦の構図</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パルマ希望額との比較</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確認できなかったこと</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正式な移籍合意の有無</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選手・クラブ公式のコメント</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正直にお伝えします。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PSG・パルマ公式発表の原文(WebFetchのアクセス制限により複数媒体経由の要約に基づく)</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正式な移籍合意の有無</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選手・クラブそれぞれの公式コメント</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最終的な移籍金の確定額</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セカンドGKの放出構想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放出も視野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PSGが既存の控えゴールキーパーの放出も見込んでいるとされる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Yahoo!ニュース(RONSPO配信)</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報道元の整理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配信元</a:t>
                      </a:r>
                    </a:p>
                  </a:txBody>
                  <a:tcPr>
                    <a:solidFill>
                      <a:srgbClr val="1E2761"/>
                    </a:solidFill>
                  </a:tcPr>
                </a:tc>
                <a:tc>
                  <a:txBody>
                    <a:bodyPr/>
                    <a:lstStyle/>
                    <a:p>
                      <a:pPr>
                        <a:defRPr sz="1300" b="1">
                          <a:solidFill>
                            <a:srgbClr val="FFFFFF"/>
                          </a:solidFill>
                          <a:latin typeface="Yu Gothic"/>
                        </a:defRPr>
                      </a:pPr>
                      <a:r>
                        <a:t>報道内容の要点</a:t>
                      </a:r>
                    </a:p>
                  </a:txBody>
                  <a:tcPr>
                    <a:solidFill>
                      <a:srgbClr val="1E2761"/>
                    </a:solidFill>
                  </a:tcPr>
                </a:tc>
              </a:tr>
              <a:tr h="502920">
                <a:tc>
                  <a:txBody>
                    <a:bodyPr/>
                    <a:lstStyle/>
                    <a:p>
                      <a:pPr>
                        <a:defRPr sz="1200">
                          <a:solidFill>
                            <a:srgbClr val="1A1A2E"/>
                          </a:solidFill>
                          <a:latin typeface="Yu Gothic"/>
                        </a:defRPr>
                      </a:pPr>
                      <a:r>
                        <a:t>RONSPO(Yahoo!配信)</a:t>
                      </a:r>
                    </a:p>
                  </a:txBody>
                  <a:tcPr>
                    <a:solidFill>
                      <a:srgbClr val="FFFFFF"/>
                    </a:solidFill>
                  </a:tcPr>
                </a:tc>
                <a:tc>
                  <a:txBody>
                    <a:bodyPr/>
                    <a:lstStyle/>
                    <a:p>
                      <a:pPr>
                        <a:defRPr sz="1200">
                          <a:solidFill>
                            <a:srgbClr val="1A1A2E"/>
                          </a:solidFill>
                          <a:latin typeface="Yu Gothic"/>
                        </a:defRPr>
                      </a:pPr>
                      <a:r>
                        <a:t>合意寸前、セカンドGK放出構想</a:t>
                      </a:r>
                    </a:p>
                  </a:txBody>
                  <a:tcPr>
                    <a:solidFill>
                      <a:srgbClr val="FFFFFF"/>
                    </a:solidFill>
                  </a:tcPr>
                </a:tc>
              </a:tr>
              <a:tr h="502920">
                <a:tc>
                  <a:txBody>
                    <a:bodyPr/>
                    <a:lstStyle/>
                    <a:p>
                      <a:pPr>
                        <a:defRPr sz="1200">
                          <a:solidFill>
                            <a:srgbClr val="1A1A2E"/>
                          </a:solidFill>
                          <a:latin typeface="Yu Gothic"/>
                        </a:defRPr>
                      </a:pPr>
                      <a:r>
                        <a:t>GOAL(Yahoo!配信)</a:t>
                      </a:r>
                    </a:p>
                  </a:txBody>
                  <a:tcPr>
                    <a:solidFill>
                      <a:srgbClr val="F3F6FC"/>
                    </a:solidFill>
                  </a:tcPr>
                </a:tc>
                <a:tc>
                  <a:txBody>
                    <a:bodyPr/>
                    <a:lstStyle/>
                    <a:p>
                      <a:pPr>
                        <a:defRPr sz="1200">
                          <a:solidFill>
                            <a:srgbClr val="1A1A2E"/>
                          </a:solidFill>
                          <a:latin typeface="Yu Gothic"/>
                        </a:defRPr>
                      </a:pPr>
                      <a:r>
                        <a:t>著名ジャーナリストによるユベントスへのリード報道</a:t>
                      </a:r>
                    </a:p>
                  </a:txBody>
                  <a:tcPr>
                    <a:solidFill>
                      <a:srgbClr val="F3F6FC"/>
                    </a:solidFill>
                  </a:tcPr>
                </a:tc>
              </a:tr>
              <a:tr h="502920">
                <a:tc>
                  <a:txBody>
                    <a:bodyPr/>
                    <a:lstStyle/>
                    <a:p>
                      <a:pPr>
                        <a:defRPr sz="1200">
                          <a:solidFill>
                            <a:srgbClr val="1A1A2E"/>
                          </a:solidFill>
                          <a:latin typeface="Yu Gothic"/>
                        </a:defRPr>
                      </a:pPr>
                      <a:r>
                        <a:t>フットボールチャンネル(Yahoo!配信)</a:t>
                      </a:r>
                    </a:p>
                  </a:txBody>
                  <a:tcPr>
                    <a:solidFill>
                      <a:srgbClr val="FFFFFF"/>
                    </a:solidFill>
                  </a:tcPr>
                </a:tc>
                <a:tc>
                  <a:txBody>
                    <a:bodyPr/>
                    <a:lstStyle/>
                    <a:p>
                      <a:pPr>
                        <a:defRPr sz="1200">
                          <a:solidFill>
                            <a:srgbClr val="1A1A2E"/>
                          </a:solidFill>
                          <a:latin typeface="Yu Gothic"/>
                        </a:defRPr>
                      </a:pPr>
                      <a:r>
                        <a:t>総額約60億円の正式オファー</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“パルマに移籍金60億円を提示。競争相手のユヴェントスにリードした。”</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ADCFC"/>
                </a:solidFill>
                <a:latin typeface="Yu Gothic"/>
              </a:rPr>
              <a:t>— 著名ジャーナリスト(GOAL配信、報道の要約)</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今後注目したいポイント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視聴者の皆さんと一緒に注目したい点です。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交渉が正式合意に至るか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移籍が実現した場合の日本代表への影響</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セカンドGK放出の有無</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ユベントスが巻き返すかどうか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Yahoo!ニュース(RONSPO/GOAL/フットボールチャンネル配信)ほか(2026-08-03報道)｜定期実行85本目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最後に伝えたいこと</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約60億円 → 交渉進行中</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欧州王者が日本人GKに注目したという出来事として記憶しておきたい(移籍は未確定)</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交渉の行方は、これから。続報を楽しみに待ちましょう。</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出典付きで、正確に整理してお届けしました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