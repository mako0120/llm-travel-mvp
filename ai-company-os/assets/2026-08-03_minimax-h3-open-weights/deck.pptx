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本日は中国のMiniMaxが公開した、動画生成AI「MiniMax H3」の話題をお届けします。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今日は、何が公開されたのか、主な特徴、ライセンスの内容、話題になっている理由、今後の見通しをお伝えします。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2026年8月3日、MiniMaxが動画生成AI『MiniMax H3』の重みをHugging Faceで公開しました。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その規模がこちら、33Bパラメータのオムニモーダルモデルです。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スペックの概要をまとめると、この表の通りです。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主な特徴を整理すると、この4点です。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MiniMaxは、中国のAIモデル開発企業です。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ライセンスは商用利用も可能ですが、ライセンス表記や、一定規模を超える場合の許諾が必要です。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動画生成の仕組みを図で見ると、複数の素材を統合的に理解し、高品質な動画として出力します。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生成できる動画は、2K解像度・24fps・32kHzステレオ音声付きです。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商用利用の条件を整理すると、この3点です。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除外地域として、EU・英国・韓国・アメリカが挙げられています。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除外地域は、EU・英国・韓国・アメリカの4地域です。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多くの地域ではライセンス表記だけで商用利用できますが、EU・英国・韓国・アメリカでは別途相談が必要です。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この話題が注目されているのは、無料公開でありながら地域制限があるという意外性、そして高性能なオープンウェイトモデルという点です。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公開までの流れを図で見ると、開発から発表、そして8月3日の公開に至っています。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確認できたことと確認できなかったことを正直に整理します。除外地域の具体的な理由や、性能評価の詳細は確認できていません。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本テーマを総括します。高性能な動画生成AIが無料で公開されましたが、一部地域では別途相談が必要という条件付きです。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ここからは推測です。対象地域での利用拡大、除外地域の今後の動向、業界への影響が焦点になりそうです。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業界への影響としては、オープン化の流れと、地域ごとのライセンス対応の複雑さが挙げられます。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本テーマでは数字の創作をせず、地域規制の背景について断定的な政治的評価も行っていません。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出典はこの表の通り、複数の独立したテック専門メディアです。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皆さんは、無料公開と地域制限のバランスについて、どう考えますか。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改めて確認します。33Bパラメータのオムニモーダルモデル、MiniMax H3です。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公開から報道、話題化までの流れを図にすると、このようになります。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数字で見ると、33Bパラメータ、最高2K解像度、32kHzステレオ音声、最大12ファイルの参照が可能です。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業界内の位置づけとしては、高い評価とオープンな公開形態が特徴です。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改めて総括します。無料公開と地域制限が共存する、新しい動画生成AIの登場でした。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MiniMax H3の実際の活用事例、そして除外地域の今後の動向に注目していきましょう。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今回もありがとうございました。MiniMax H3の話題をお届けしました。次回もお楽しみに。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無料で使える最新動画生成AIが、一部の国では使えないという矛盾。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MiniMax、動画生成AI「MiniMax H3」のオープンウェイトを公開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PC Watch・ライブドアニュース(2026-08-03) ※着手日と同日の話題です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何が公開されたのか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主な特徴・スペック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ライセンスの内容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なぜ話題になっているのか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何が公開されたのか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MiniMaxが2026年8月3日、動画生成AI「MiniMax H3」の重みを公開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公開先はHugging Face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テキスト・画像・動画・音声を同時に参照しながら動画を生成できる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PC Watch(2026-08-03)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モデルの規模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33Bパラメータ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テキスト・画像・動画・音声を統合的に扱うオムニモーダルモデル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CGinterest(2026-08-03)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スペック概要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パラメータ数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33B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出力時間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4〜15秒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解像度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最高2K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フレームレート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24fps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音声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32kHzステレオ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主な特徴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オムニモーダル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テキスト・画像・動画・音声を同時に参照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高解像度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最高2Kの動画を生成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音声同時生成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32kHzステレオ音声を同時に生成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多素材参照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最大12ファイルを1つの文脈で参照可能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MiniMaxとは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所在地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中国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事業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AIモデルの開発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今回の発表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動画生成AIのオープンウェイト公開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ライセンスの内容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MiniMax-H3コミュニティライセンスを採用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商用利用も可能だが、ライセンス表記が必要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年間売上2,000万ドル超の場合は事前の書面許諾が必要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PC Watch(2026-08-03)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動画生成の仕組み(概念)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テキスト・画像・動画・音声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最大12ファイルを入力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MiniMax H3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統合的に理解・処理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2K・24fps・ステレオ音声付き動画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生成できる動画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2K・24fps・32kHzステレオ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音声も同時に生成できる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商用利用の条件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ライセンス表記があれば商用利用可能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年間売上2,000万ドル超では事前許諾が必要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一部地域では別途相談が必要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PC Watch(2026-08-03)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除外地域一覧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地域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対応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EU(欧州連合)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別途相談が必要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英国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別途相談が必要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韓国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別途相談が必要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アメリカ合衆国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別途相談が必要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除外地域の数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4地域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EU・英国・韓国・アメリカでは別途相談が必要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PC Watch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利用できる地域と除外地域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多くの地域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ライセンス表記で商用利用可能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無料でオープンウェイトを利用できる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除外地域(EU・英国・韓国・米国)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別途相談が必要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そのままでは商用利用できない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なぜ話題になっているのか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無料公開でありながら地域制限があるという意外性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高性能な動画生成AIがオープンウェイトで公開された点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音声同時生成という技術的な特徴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公開までの流れ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開発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MiniMaxがモデルを開発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発表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動画生成AIとして公開予定を発表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公開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2026年8月3日、オープンウェイトを公開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モデルの規模・スペック・ライセンス内容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除外地域の一覧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除外地域で相談が必要な具体的な理由・条件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性能評価(「世界2位」等)の評価基準・ベンチマーク詳細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高性能な動画生成AIが、無料で公開された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ただし一部地域では別途相談が必要という条件付き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利用の広がり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対象地域での商用利用が広がる可能性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除外地域の動向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除外地域での取り扱いが今後変わる可能性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業界への影響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他社の動画生成AI開発競争への影響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動画生成AI業界への影響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オープン化の流れ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高性能モデルが無料公開される動きが続いている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地域規制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国・地域ごとのライセンス対応の複雑さが浮き彫りに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利用者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無料で使える選択肢が増えている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数字の創作はせず、報道された仕様のみを扱う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特定企業(MiniMax)の利用を強く推奨する結論にはしない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地域規制の背景について断定的な政治的評価は行わない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PC 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オープンウェイト公開・ライセンス内容を報道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ライブドアニュース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性能評価・公開予定を報道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CGinterest / XenoSpectrum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技術詳細・スペックを報道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無料公開と地域制限、このバランスをどう考えますか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今後どのような動画生成AIが登場すると思いますか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MiniMax H3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33Bパラメータのオムニモーダルモデル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2026年8月3日、オープンウェイトを公開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公開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8月3日、Hugging Faceで公開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テック専門媒体が速報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SNS・クリエイターコミュニティで拡散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数字で見るMiniMax H3のスペック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33Bパラメータ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最高2K解像度・24fps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32kHzステレオ音声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最大12ファイルを1つの文脈で参照可能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業界内の位置づけ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性能評価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動画編集モデルとして高い評価との報道あり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公開形態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オープンウェイトという開かれた形態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利用条件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地域・売上規模により条件が異なる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無料公開と地域制限が共存する、新しい動画生成AI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MiniMax H3、2026年8月3日にオープンウェイトを公開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MiniMax H3の実際の活用事例、除外地域の今後の動向に注目していきます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MiniMaxが動画生成AI『MiniMax H3』のオープンウェイトを公開(2026年8月3日)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33Bパラメータのオムニモーダルモデルで、2K・音声付き動画を生成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商用利用可能だが、EU・英国・韓国・米国では別途相談が必要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PC Watch・ライブドアニュース(2026-08-03)｜定期実行97本目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