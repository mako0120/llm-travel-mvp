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2026年8月23日、杉浦悠太選手が米国男子下部ツアーで劇的な逆転初優勝を飾りました。何が起きたのか、出典付きで正確に整理してお届けします。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結論から確認します。杉浦悠太選手が29アンダーという歴史的なスコアで、劇的な初優勝を飾りました。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今日は6つの流れでお伝えします。優勝スコアから歴史的な意味、石川選手の結果まで、正確に事実を引用しながら整理します。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このテーマを扱う理由です。歴史的なスコアと日本人選手の快挙に注目しました。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大会の基本情報です。最終日は65でプレーし、通算29アンダーで初優勝しました。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コーン・フェリーツアーとは何かを確認します。PGAツアーの登竜門にあたる大会です。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杉浦選手は24歳で、この初優勝を飾りました。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最終日の逆転劇の流れを図にしました。終盤にかけて劇的にスコアを伸ばしました。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逆転劇を3ステップで総括しました。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29アンダーがなぜ歴史的なのかを確認します。ツアー史上でも屈指のロースコアです。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確定していることと、確認できていないことを対比しました。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日本人選手としての歴史的な快挙です。今田選手・大西選手に続く3人目です。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日本勢によるコーン・フェリーツアー優勝は史上3人目の快挙です。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ツアー昇格への影響です。昇格圏内が現実的な位置につけました。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年間ポイントランキングの変動です。杉浦選手は大きく順位を上げました。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ツアー昇格の仕組みです。年間ランキング上位が翌年のPGAツアー出場権につながります。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石川遼選手も同じ大会に出場していました。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石川選手は通算17アンダーの50位で大会を終えました。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ゴルフを追う立場にとっての意味です。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既存の女子ゴルフテーマと本テーマ(男子下部ツアー)の違いを対比しました。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確認できなかったことを正直にお伝えします。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複数の独立した主要スポーツメディアが同一の事実を報じていることを確認しています。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このニュースが読者にとって意味することをまとめました。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最終日は8バーディー・1ボギーの65という好スコアでした。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今回の259(29アンダー)は、ツアー史上6番目タイのロースコアです。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杉浦選手の今大会の記録をまとめました。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同じ大会に出場した2選手の結果を対比しました。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今後注目される点です。残り4試合の結果が昇格の行方を左右します。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本編のまとめです。杉浦悠太選手の歴史的な初優勝について、出典付きで整理してお伝えしました。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編は以上です。今回は杉浦悠太選手の歴史的な初優勝について、その中身を正確に整理してお伝えしました。数字は出典どおりに扱い、確認できなかったことは正直にお伝えしました。次回もまた出典付きでお届け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10642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"/>
              </a:rPr>
              <a:t>杉浦悠太、</a:t>
            </a:r>
          </a:p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"/>
              </a:rPr>
              <a:t>米下部ツアー初優勝。</a:t>
            </a:r>
          </a:p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"/>
              </a:rPr>
              <a:t>29アンダーの歴史的スコア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2026年8月24日報道——出典付きで整理する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CB8D6"/>
                </a:solidFill>
                <a:latin typeface="Yu Gothic"/>
              </a:rPr>
              <a:t>出典: 日刊スポーツ・ゴルフダイジェスト・オンライン(2026年8月24日)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3E4F5"/>
                </a:solidFill>
                <a:latin typeface="Yu Gothic"/>
              </a:rPr>
              <a:t>まず結論から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F8FD6"/>
                </a:solidFill>
                <a:latin typeface="Yu Gothic"/>
              </a:rPr>
              <a:t>29アンダー コーン・フェリーツアー史上6番目タイの好スコア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最終18番まで3連続バーディーの逆転劇で初優勝(2026年8月24日報道)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B8D6"/>
                </a:solidFill>
                <a:latin typeface="Yu Gothic"/>
              </a:rPr>
              <a:t>出典: ゴルフダイジェスト・オンライン(2026-08-24)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Yu Gothic"/>
              </a:rPr>
              <a:t>本日のアジェンダ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920240"/>
            <a:ext cx="548640" cy="5486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93852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なぜ今このテーマを扱うのか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697480"/>
            <a:ext cx="548640" cy="5486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71576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大会・優勝スコアの基本情報を確認する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474720"/>
            <a:ext cx="548640" cy="5486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49300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最終日の逆転劇の詳細を確認する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251960"/>
            <a:ext cx="548640" cy="5486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27024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この優勝が持つ歴史的な意味を確認する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029200"/>
            <a:ext cx="548640" cy="5486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504748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同大会の石川遼選手の結果を確認する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806440"/>
            <a:ext cx="548640" cy="5486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5824727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確認できなかったこと・まとめ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555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なぜ今このテーマを扱うのか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6474"/>
                </a:solidFill>
                <a:latin typeface="Yu Gothic"/>
              </a:rPr>
              <a:t>本テーマを取り上げる理由です。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1214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着手日当日(2026年8月24日)、日本の主要メディアが一斉に報じた話題である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89864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803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29アンダーという、コーン・フェリーツアー史上屈指のロースコアである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675887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5760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日本人選手として史上3人目という快挙である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4453127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4348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複数の独立したメディアが同じ中心数値を報じており、情報の一貫性を確認できた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出典: 日刊スポーツ・みんなのゴルフダイジェスト(2026-08-24)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日刊スポーツ・ゴルフダイジェスト・オンライン等(2026-08-24)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4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3194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大会・優勝の基本情報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大会名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アドベントヘルス選手権(コーン・フェリーツアー第21戦)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開催地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ブルーヒルズCC(米国ミズーリ州)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最終日の成績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8バーディー・1ボギーの65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通算スコア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29アンダー(259)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出典: ゴルフダイジェスト・オンライン(2026-08-24)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日刊スポーツ・ゴルフダイジェスト・オンライン等(2026-08-24)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5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3833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「コーン・フェリーツアー」とは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6474"/>
                </a:solidFill>
                <a:latin typeface="Yu Gothic"/>
              </a:rPr>
              <a:t>前提知識を確認します。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1214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米国男子ゴルフの最高峰であるPGAツアーの下部ツアーである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89864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803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年間の成績上位者は翌年のPGAツアー出場権を得られる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675887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5760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多くの若手・中堅選手がPGAツアー昇格を目指して戦う舞台である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出典: 本調査による整理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日刊スポーツ・ゴルフダイジェスト・オンライン等(2026-08-24)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4472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3E4F5"/>
                </a:solidFill>
                <a:latin typeface="Yu Gothic"/>
              </a:rPr>
              <a:t>杉浦選手の年齢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F8FD6"/>
                </a:solidFill>
                <a:latin typeface="Yu Gothic"/>
              </a:rPr>
              <a:t>24歳 米下部ツアー初優勝を飾った年齢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日本勢としてコーン・フェリーツアー史上3人目の優勝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B8D6"/>
                </a:solidFill>
                <a:latin typeface="Yu Gothic"/>
              </a:rPr>
              <a:t>出典: 日刊スポーツ(2026-08-24)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5111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最終日、逆転優勝までの流れ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16番、バーディーで前進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96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終盤に向けてペースを上げる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17番、6mを沈めバーディー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00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優勝争いで存在感を示す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18番(パー5)、3連続バーディーで逃げ切り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4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通算29アンダーで初優勝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4805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5A6474"/>
                </a:solidFill>
                <a:latin typeface="Yu Gothic"/>
              </a:rPr>
              <a:t>最終日、逆転優勝までの流れ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出典: ALBA Net(2026-08-24)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日刊スポーツ・ゴルフダイジェスト・オンライン等(2026-08-24)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50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逆転劇の3ステップ総括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1. 16番でバーディー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優勝争いに加わる</a:t>
            </a:r>
          </a:p>
        </p:txBody>
      </p:sp>
      <p:sp>
        <p:nvSpPr>
          <p:cNvPr id="11" name="Chevron 10"/>
          <p:cNvSpPr/>
          <p:nvPr/>
        </p:nvSpPr>
        <p:spPr>
          <a:xfrm>
            <a:off x="4038295" y="3200400"/>
            <a:ext cx="234086" cy="365760"/>
          </a:xfrm>
          <a:prstGeom prst="chevron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3938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8218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12538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2538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2. 17番でバーディー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2538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6mの決定的な一打</a:t>
            </a:r>
          </a:p>
        </p:txBody>
      </p:sp>
      <p:sp>
        <p:nvSpPr>
          <p:cNvPr id="17" name="Chevron 16"/>
          <p:cNvSpPr/>
          <p:nvPr/>
        </p:nvSpPr>
        <p:spPr>
          <a:xfrm>
            <a:off x="7919313" y="3200400"/>
            <a:ext cx="234086" cy="365760"/>
          </a:xfrm>
          <a:prstGeom prst="chevron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64956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19236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93556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3556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3. 18番で3連続バーディー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93556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劇的な初優勝を決める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日刊スポーツ・ゴルフダイジェスト・オンライン等(2026-08-24)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9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「29アンダー」が歴史的な理由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6474"/>
                </a:solidFill>
                <a:latin typeface="Yu Gothic"/>
              </a:rPr>
              <a:t>この数字の意味を確認します。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1214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ゴルフでは、規定打数(パー)より少ない打数でホールを終えるほど良い成績とされる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89864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803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『29アンダー』は、4日間・72ホールの合計スコアが規定打数より29打少なかったことを意味する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675887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5760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コーン・フェリーツアーの歴史上、史上6番目タイという極めて少ない打数である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出典: みんなのゴルフダイジェスト(2026-08-24)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日刊スポーツ・ゴルフダイジェスト・オンライン等(2026-08-24)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10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47028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確定していること vs 確認できていないこと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B3A55"/>
                </a:solidFill>
                <a:latin typeface="Yu Gothic"/>
              </a:rPr>
              <a:t>確定していること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優勝スコア(29アンダー・259)・史上6番目タイの記録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08152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日本人史上3人目の優勝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63016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61188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年間ランキング(85位→23位)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4447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78727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98767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B3A55"/>
                </a:solidFill>
                <a:latin typeface="Yu Gothic"/>
              </a:rPr>
              <a:t>確認できていないこと</a:t>
            </a:r>
          </a:p>
        </p:txBody>
      </p:sp>
      <p:sp>
        <p:nvSpPr>
          <p:cNvPr id="18" name="Oval 17"/>
          <p:cNvSpPr/>
          <p:nvPr/>
        </p:nvSpPr>
        <p:spPr>
          <a:xfrm>
            <a:off x="6598767" y="253288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優勝賞金の具体的な金額</a:t>
            </a:r>
          </a:p>
        </p:txBody>
      </p:sp>
      <p:sp>
        <p:nvSpPr>
          <p:cNvPr id="20" name="Oval 19"/>
          <p:cNvSpPr/>
          <p:nvPr/>
        </p:nvSpPr>
        <p:spPr>
          <a:xfrm>
            <a:off x="6598767" y="308152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0247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本人の優勝後の詳細なコメント全文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日刊スポーツ・ゴルフダイジェスト・オンライン等(2026-08-24)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11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87667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日本人選手としての歴史的な快挙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6474"/>
                </a:solidFill>
                <a:latin typeface="Yu Gothic"/>
              </a:rPr>
              <a:t>歴史的な意味を確認します。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1214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日本勢によるコーン・フェリーツアー優勝は、今田竜二選手・大西魁斗選手に続き3人目の快挙である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89864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803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この記録は、日本人選手のコーン・フェリーツアーにおける存在感を示すものと言える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675887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5760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杉浦選手にとっても自身初のツアー優勝となった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出典: みんなのゴルフダイジェスト(2026-08-24)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日刊スポーツ・ゴルフダイジェスト・オンライン等(2026-08-24)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28306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3E4F5"/>
                </a:solidFill>
                <a:latin typeface="Yu Gothic"/>
              </a:rPr>
              <a:t>日本勢のコーン・フェリーツアー優勝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F8FD6"/>
                </a:solidFill>
                <a:latin typeface="Yu Gothic"/>
              </a:rPr>
              <a:t>史上3人目 杉浦選手が日本勢として達成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今田竜二選手・大西魁斗選手に続く快挙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B8D6"/>
                </a:solidFill>
                <a:latin typeface="Yu Gothic"/>
              </a:rPr>
              <a:t>出典: みんなのゴルフダイジェスト(2026-08-24)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68945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ツアー昇格への影響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6474"/>
                </a:solidFill>
                <a:latin typeface="Yu Gothic"/>
              </a:rPr>
              <a:t>今後への影響を確認します。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1214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この優勝により、杉浦選手の年間ポイントランキングは85位から23位に浮上した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89864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803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来季のツアー昇格圏内は上位20位までとされている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675887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5760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杉浦選手はプレーオフ残り4試合に懸けることになる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出典: 本調査による整理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日刊スポーツ・ゴルフダイジェスト・オンライン等(2026-08-24)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年間ポイントランキングの変動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選手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優勝前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優勝後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杉浦悠太選手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85位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23位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石川遼選手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37位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39位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出典: 本調査による整理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日刊スポーツ・ゴルフダイジェスト・オンライン等(2026-08-24)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0223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「ツアー昇格の仕組み」について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6474"/>
                </a:solidFill>
                <a:latin typeface="Yu Gothic"/>
              </a:rPr>
              <a:t>前提知識を確認します。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1214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コーン・フェリーツアーでは、シーズンを通じた年間ポイントランキングの上位選手が翌年のPGAツアー出場権を得られる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89864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803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目安として上位20位以内が昇格圏内とされている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675887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5760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杉浦選手は今回の優勝で大きくポイントを積み増し、昇格圏内が現実的な位置につけた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出典: 本調査による整理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日刊スポーツ・ゴルフダイジェスト・オンライン等(2026-08-24)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16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90862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同大会の石川遼選手の結果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6474"/>
                </a:solidFill>
                <a:latin typeface="Yu Gothic"/>
              </a:rPr>
              <a:t>石川選手の結果を確認します。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1214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石川遼選手も同大会に出場していた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89864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803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最終日は6バーディー・2ボギーの68で回り、通算17アンダーの50位で終えた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675887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5760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年間ポイントランキングは37位から39位に後退した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出典: 日刊スポーツ・Infoseekニュース(2026-08-24)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日刊スポーツ・ゴルフダイジェスト・オンライン等(2026-08-24)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01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3E4F5"/>
                </a:solidFill>
                <a:latin typeface="Yu Gothic"/>
              </a:rPr>
              <a:t>石川選手の最終順位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F8FD6"/>
                </a:solidFill>
                <a:latin typeface="Yu Gothic"/>
              </a:rPr>
              <a:t>50位 通算17アンダーでの結果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年間ランキングは37位から39位に後退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B8D6"/>
                </a:solidFill>
                <a:latin typeface="Yu Gothic"/>
              </a:rPr>
              <a:t>出典: 日刊スポーツ(2026-08-24)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2140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視聴者にとっての意味—ゴルフを追う立場として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6474"/>
                </a:solidFill>
                <a:latin typeface="Yu Gothic"/>
              </a:rPr>
              <a:t>視聴者にとっての意味を確認します。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1214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日本人選手の海外での活躍を、具体的な記録とともに知ることができる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89864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803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『コーン・フェリーツアー』『ツアー昇格の仕組み』といったゴルフ界の構造を実例を通じて学べる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675887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5760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確定した記録と、確認できていないこと(優勝賞金額等)を区別する視点が役立つ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出典: 本調査による整理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日刊スポーツ・ゴルフダイジェスト・オンライン等(2026-08-24)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本テーマ vs 既存の女子ゴルフテーマ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B3A55"/>
                </a:solidFill>
                <a:latin typeface="Yu Gothic"/>
              </a:rPr>
              <a:t>既存テーマ(山下美夢有選手等)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女子ゴルフ・LPGAツアーでの優勝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4447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78727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98767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B3A55"/>
                </a:solidFill>
                <a:latin typeface="Yu Gothic"/>
              </a:rPr>
              <a:t>本テーマ</a:t>
            </a:r>
          </a:p>
        </p:txBody>
      </p:sp>
      <p:sp>
        <p:nvSpPr>
          <p:cNvPr id="14" name="Oval 13"/>
          <p:cNvSpPr/>
          <p:nvPr/>
        </p:nvSpPr>
        <p:spPr>
          <a:xfrm>
            <a:off x="6598767" y="253288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0247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男子ゴルフ・コーン・フェリーツアーでの初優勝</a:t>
            </a:r>
          </a:p>
        </p:txBody>
      </p:sp>
      <p:sp>
        <p:nvSpPr>
          <p:cNvPr id="16" name="Oval 15"/>
          <p:cNvSpPr/>
          <p:nvPr/>
        </p:nvSpPr>
        <p:spPr>
          <a:xfrm>
            <a:off x="6598767" y="308152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0247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杉浦悠太選手、24歳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日刊スポーツ・ゴルフダイジェスト・オンライン等(2026-08-24)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53418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確認できなかったこと・留保事項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6474"/>
                </a:solidFill>
                <a:latin typeface="Yu Gothic"/>
              </a:rPr>
              <a:t>正直に開示する未確認事項です。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1214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優勝賞金の具体的な金額は確認できていない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89864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803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杉浦選手本人の優勝後の詳細なコメント全文は確認できていない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675887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5760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本テーマは各情報源への直接アクセスではなく、検索結果の要約に基づいて調査している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出典: 本調査による整理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日刊スポーツ・ゴルフダイジェスト・オンライン等(2026-08-24)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94057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主な情報源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メディア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報道内容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日刊スポーツ(2026-08-24)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優勝の詳細・石川選手の結果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ゴルフダイジェスト・オンライン(2026-08-24)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スコア・逆転劇の詳細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みんなのゴルフダイジェスト(2026-08-24)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歴史的記録・日本人史上3人目の詳細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出典: 本調査による整理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日刊スポーツ・ゴルフダイジェスト・オンライン等(2026-08-24)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34696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このニュースが読者にとって意味すること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F8FD6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日本人選手の海外での活躍を追う立場として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2044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米下部ツアーでの快挙を、具体的な記録とともに把握できる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7298" y="1828800"/>
            <a:ext cx="29970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F8FD6"/>
                </a:solidFill>
                <a:latin typeface="Yu Gothi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7298" y="283464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ゴルフファンの立場として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7298" y="352044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ツアー昇格の仕組み・年間ランキングの動向を実例を通じて理解できる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63076" y="1828800"/>
            <a:ext cx="29970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F8FD6"/>
                </a:solidFill>
                <a:latin typeface="Yu Gothic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63076" y="283464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情報を正確に受け取りたい立場として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63076" y="352044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確定した記録と、確認できていない優勝賞金額等を明確に区別する視点が役立つ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日刊スポーツ・ゴルフダイジェスト・オンライン等(2026-08-24)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23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75335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3E4F5"/>
                </a:solidFill>
                <a:latin typeface="Yu Gothic"/>
              </a:rPr>
              <a:t>最終日のスコア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F8FD6"/>
                </a:solidFill>
                <a:latin typeface="Yu Gothic"/>
              </a:rPr>
              <a:t>65 8バーディー・1ボギーの内容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終盤の3連続バーディーが決め手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B8D6"/>
                </a:solidFill>
                <a:latin typeface="Yu Gothic"/>
              </a:rPr>
              <a:t>出典: ゴルフダイジェスト・オンライン(2026-08-24)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15974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3E4F5"/>
                </a:solidFill>
                <a:latin typeface="Yu Gothic"/>
              </a:rPr>
              <a:t>ツアー史上のロースコア順位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F8FD6"/>
                </a:solidFill>
                <a:latin typeface="Yu Gothic"/>
              </a:rPr>
              <a:t>史上6番目タイ 72ホール合計スコアとしての順位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コーン・フェリーツアーの歴史上でも屈指の記録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B8D6"/>
                </a:solidFill>
                <a:latin typeface="Yu Gothic"/>
              </a:rPr>
              <a:t>出典: みんなのゴルフダイジェスト(2026-08-24)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566135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杉浦選手の今大会の記録まとめ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最終日スコア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65(8バーディー・1ボギー)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通算スコア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29アンダー(259)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ツアー史上順位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72ホール合計スコアで6番目タイ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年間ランキング変動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85位→23位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出典: 本調査による整理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日刊スポーツ・ゴルフダイジェスト・オンライン等(2026-08-24)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525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杉浦選手 vs 石川選手(今大会の結果)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B3A55"/>
                </a:solidFill>
                <a:latin typeface="Yu Gothic"/>
              </a:rPr>
              <a:t>杉浦悠太選手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29アンダーで初優勝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08152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年間ランキング85位→23位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78727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98767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B3A55"/>
                </a:solidFill>
                <a:latin typeface="Yu Gothic"/>
              </a:rPr>
              <a:t>石川遼選手</a:t>
            </a:r>
          </a:p>
        </p:txBody>
      </p:sp>
      <p:sp>
        <p:nvSpPr>
          <p:cNvPr id="16" name="Oval 15"/>
          <p:cNvSpPr/>
          <p:nvPr/>
        </p:nvSpPr>
        <p:spPr>
          <a:xfrm>
            <a:off x="6598767" y="253288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0247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17アンダーで50位</a:t>
            </a:r>
          </a:p>
        </p:txBody>
      </p:sp>
      <p:sp>
        <p:nvSpPr>
          <p:cNvPr id="18" name="Oval 17"/>
          <p:cNvSpPr/>
          <p:nvPr/>
        </p:nvSpPr>
        <p:spPr>
          <a:xfrm>
            <a:off x="6598767" y="308152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年間ランキング37位→39位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日刊スポーツ・ゴルフダイジェスト・オンライン等(2026-08-24)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78915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今後注目される点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6474"/>
                </a:solidFill>
                <a:latin typeface="Yu Gothic"/>
              </a:rPr>
              <a:t>今後の展開について確認します。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1214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残りプレーオフ4試合での杉浦選手の戦いぶりが、ツアー昇格の行方を左右する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89864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803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23位という現在の順位から、上位20位以内の昇格圏内に入れるかが焦点となる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675887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5760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具体的な今後の試合日程・結果は、本テーマ執筆時点ではまだ出ていない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出典: 本調査による整理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日刊スポーツ・ゴルフダイジェスト・オンライン等(2026-08-24)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28 /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785305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まとめ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6474"/>
                </a:solidFill>
                <a:latin typeface="Yu Gothic"/>
              </a:rPr>
              <a:t>本編のまとめです。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1214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2026年8月23日(現地時間)、杉浦悠太選手がコーン・フェリーツアーで29アンダーの歴史的スコアにより初優勝を飾った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89864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803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最終18番までの3連続バーディーによる劇的な逆転劇だった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675887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5760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日本勢によるコーン・フェリーツアー優勝は史上3人目の快挙である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4453127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4348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年間ポイントランキングは85位から23位に浮上し、来季のツアー昇格圏内が現実的な位置についた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出典: 本調査による整理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日刊スポーツ・ゴルフダイジェスト・オンライン等(2026-08-24)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29 /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Yu Gothic"/>
              </a:rPr>
              <a:t>杉浦悠太、米下部ツアー初優勝。29アンダーの歴史的スコア。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D3E4F5"/>
                </a:solidFill>
                <a:latin typeface="Yu Gothic"/>
              </a:rPr>
              <a:t>2026年8月23日、杉浦悠太選手が米国男子下部ツアーで29アンダーという歴史的スコアにより劇的な初優勝を飾りました。日本人史上3人目の快挙という事実を、出典付きで整理してお届けしました。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4626864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4572000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828032"/>
            <a:ext cx="6766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B3A55"/>
                </a:solidFill>
                <a:latin typeface="Yu Gothic"/>
              </a:rPr>
              <a:t>research.mdで出典一覧・確認できなかったことの詳細を確認する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