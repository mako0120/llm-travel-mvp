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インドのデータセンター大手CtrlS Datacentersが2026年8月19日、著名投資家から250クロール・ルピーを調達したことが報じられました。今日はこの調達の中身を出典付きで整理してお届けします。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結論から確認します。CtrlS Datacentersは250クロール・ルピーを調達し、そのうち200クロール・ルピーはZerodha共同創業者ニキル・カマート氏によるものです。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今日は6つの流れでお伝えします。今回の調達の内容から、投資家の背景、AI需要との関係まで、正確に数字を引用しながら整理します。誇張せず、確認できなかったことは正直にお伝えします。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このテーマを扱う理由です。高い鮮度に加え、著名投資家の参加という分かりやすいフック、AI需要拡大というインフラ投資の背景に注目しました。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CtrlS Datacentersは2007年設立のインドのデータセンター企業で、国内9都市で19のデータセンターを運営しています。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今回の資金調達の概要です。200クロール・ルピーがニキル・カマート氏、50クロール・ルピーがスリーラム・レディ・ヴァンガ氏からの出資です。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ニキル・カマート氏はZerodha共同創業者で、インドのスタートアップ業界で著名な個人投資家です。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調達資金は、AI・クラウド・デジタルワークロードの拡大に対応するためのインフラ拡張に充てられます。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現在370メガワット超の稼働容量に対し、計画・実行段階のプロジェクトは4.4ギガワット相当と、大幅な拡張を計画していることがうかがえます。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現在の稼働容量と計画中のプロジェクトを対比しました。計画規模は既存稼働容量を大きく上回っています。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過去の資金調達と比較しました。6月の大型調達に続く追加調達という位置づけです。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2026年6月には大型の機関投資家からの調達がありました。今回はそれに続く著名個人投資家による追加調達です。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2026年6月時点の評価額は47億米ドルと報じられています。今回の調達後の更新有無は確認できていません。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AI・クラウド・デジタルワークロードの拡大が今回の投資の背景とされていますが、AI関連需要の具体的な比率までは確認できていません。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今回の調達に至る流れを図にしました。6月の大型調達から、AI・クラウド需要の拡大、そして今回の追加調達という流れです。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今回の発表を3ステップで総括しました。著名投資家からの調達、インフラ拡張への充当、そして6月の大型調達に続く拡大局面という流れです。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インドはデータセンター投資が注目される市場の一つとされていますが、他社比較や業界全体の動向との一致度は確認していません。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CtrlSは国内9つの主要都市で19のデータセンターを運営しています。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同日はインドのスタートアップ市場で複数のニュースが報じられましたが、本テーマではCtrlS固有の内容のみを扱います。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今回と6月の投資家・調達規模を対比しました。機関投資家による大型調達に続き、著名個人投資家による調達が行われた形です。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今回の発表の要点をまとめました。調達総額、主な出資者、用途、直近の評価額という4点です。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今後の見どころとして、新設データセンターの詳細や最新評価額が挙げられますが、いずれも現時点では確認できていません。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計画・実行段階のプロジェクトは4.4ギガワット相当と、現在の稼働容量を大きく上回る規模です。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今回の主な出資者2名のプロフィールです。いずれもインドのビジネス界で知られる人物です。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6月の大型調達からわずか約2か月で、今回の追加調達が行われました。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確認できなかったことを正直にお伝えします。最新評価額、資金の具体的配分、AI需要の比率は確認できていません。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確認できている事実と、今後の不確定要素を対比しました。確定事実と未確定要素を明確に区別してお伝えします。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このニュースが読者にとって意味することをまとめました。AI・データセンター業界を追う立場、投資に関心がある立場、インド市場を追う立場、それぞれで意識したい視点です。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まとめです。著名投資家からの調達とAI需要への対応という背景、そして確認できていない点を正直にお伝えしました。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本編は以上です。今回はCtrlS Datacentersの資金調達について、著名投資家の参加とAI需要への対応という背景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Zerodha創業者も</a:t>
            </a:r>
          </a:p>
          <a:p>
            <a:pPr algn="l">
              <a:lnSpc>
                <a:spcPct val="115000"/>
              </a:lnSpc>
            </a:pPr>
            <a:r>
              <a:rPr sz="4200" b="1">
                <a:solidFill>
                  <a:srgbClr val="FFFFFF"/>
                </a:solidFill>
                <a:latin typeface="Yu Gothic"/>
              </a:rPr>
              <a:t>出資。</a:t>
            </a:r>
          </a:p>
          <a:p>
            <a:pPr algn="l">
              <a:lnSpc>
                <a:spcPct val="115000"/>
              </a:lnSpc>
            </a:pPr>
            <a:r>
              <a:rPr sz="4200" b="1">
                <a:solidFill>
                  <a:srgbClr val="FFFFFF"/>
                </a:solidFill>
                <a:latin typeface="Yu Gothic"/>
              </a:rPr>
              <a:t>インドAI基盤を賭けた大型調達</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2026年8月19日発表——CtrlS Datacenters、250クロール・ルピー調達</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StartupTalky・Free Press Journal(2026年8月19日)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250クロール・ルピーを著名投資家から調達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Zerodha共同創業者ニキル・カマート氏が200クロール・ルピーを出資(2026年8月19日発表)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StartupTalky・Free Press Journal(2026-08-19)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CtrlS Datacentersとは・基礎知識</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今回の調達の内容を確認する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投資家・調達の背景を確認する</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AI需要とデータセンター拡張の関係を確認する</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着手日当日(2026年8月19日)発表という最も高い鮮度の話題である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著名な個人投資家(Zerodha共同創業者)の参加という分かりやすいフックがある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AI・クラウド需要の拡大というインフラ投資の背景がある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複数の独立した情報源(StartupTalky・Free Press Journal等)で確認できる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StartupTalky・Free Press Journal(2026-08-19)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CtrlS Datacentersとは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2007年設立、インド・ハイデラバード拠点のデータセンター企業</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インド国内9つの主要都市で19のデータセンターを運営</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稼働容量は370メガワット超、計画・実行段階のプロジェクトは4.4ギガワット相当</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政府・法人向けにデータセンター・クラウドインフラを提供</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StartupTalky(2026-08-19)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今回の資金調達の概要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調達総額</a:t>
                      </a:r>
                    </a:p>
                  </a:txBody>
                  <a:tcPr>
                    <a:solidFill>
                      <a:srgbClr val="FFFFFF"/>
                    </a:solidFill>
                  </a:tcPr>
                </a:tc>
                <a:tc>
                  <a:txBody>
                    <a:bodyPr/>
                    <a:lstStyle/>
                    <a:p>
                      <a:pPr>
                        <a:defRPr sz="1200">
                          <a:solidFill>
                            <a:srgbClr val="1C1B33"/>
                          </a:solidFill>
                          <a:latin typeface="Yu Gothic"/>
                        </a:defRPr>
                      </a:pPr>
                      <a:r>
                        <a:t>250クロール・ルピー</a:t>
                      </a:r>
                    </a:p>
                  </a:txBody>
                  <a:tcPr>
                    <a:solidFill>
                      <a:srgbClr val="FFFFFF"/>
                    </a:solidFill>
                  </a:tcPr>
                </a:tc>
              </a:tr>
              <a:tr h="502920">
                <a:tc>
                  <a:txBody>
                    <a:bodyPr/>
                    <a:lstStyle/>
                    <a:p>
                      <a:pPr>
                        <a:defRPr sz="1200">
                          <a:solidFill>
                            <a:srgbClr val="1C1B33"/>
                          </a:solidFill>
                          <a:latin typeface="Yu Gothic"/>
                        </a:defRPr>
                      </a:pPr>
                      <a:r>
                        <a:t>ニキル・カマート氏(Zerodha共同創業者)</a:t>
                      </a:r>
                    </a:p>
                  </a:txBody>
                  <a:tcPr>
                    <a:solidFill>
                      <a:srgbClr val="F4F3FC"/>
                    </a:solidFill>
                  </a:tcPr>
                </a:tc>
                <a:tc>
                  <a:txBody>
                    <a:bodyPr/>
                    <a:lstStyle/>
                    <a:p>
                      <a:pPr>
                        <a:defRPr sz="1200">
                          <a:solidFill>
                            <a:srgbClr val="1C1B33"/>
                          </a:solidFill>
                          <a:latin typeface="Yu Gothic"/>
                        </a:defRPr>
                      </a:pPr>
                      <a:r>
                        <a:t>200クロール・ルピー</a:t>
                      </a:r>
                    </a:p>
                  </a:txBody>
                  <a:tcPr>
                    <a:solidFill>
                      <a:srgbClr val="F4F3FC"/>
                    </a:solidFill>
                  </a:tcPr>
                </a:tc>
              </a:tr>
              <a:tr h="502920">
                <a:tc>
                  <a:txBody>
                    <a:bodyPr/>
                    <a:lstStyle/>
                    <a:p>
                      <a:pPr>
                        <a:defRPr sz="1200">
                          <a:solidFill>
                            <a:srgbClr val="1C1B33"/>
                          </a:solidFill>
                          <a:latin typeface="Yu Gothic"/>
                        </a:defRPr>
                      </a:pPr>
                      <a:r>
                        <a:t>スリーラム・レディ・ヴァンガ氏(起業家)</a:t>
                      </a:r>
                    </a:p>
                  </a:txBody>
                  <a:tcPr>
                    <a:solidFill>
                      <a:srgbClr val="FFFFFF"/>
                    </a:solidFill>
                  </a:tcPr>
                </a:tc>
                <a:tc>
                  <a:txBody>
                    <a:bodyPr/>
                    <a:lstStyle/>
                    <a:p>
                      <a:pPr>
                        <a:defRPr sz="1200">
                          <a:solidFill>
                            <a:srgbClr val="1C1B33"/>
                          </a:solidFill>
                          <a:latin typeface="Yu Gothic"/>
                        </a:defRPr>
                      </a:pPr>
                      <a:r>
                        <a:t>50クロール・ルピー</a:t>
                      </a:r>
                    </a:p>
                  </a:txBody>
                  <a:tcPr>
                    <a:solidFill>
                      <a:srgbClr val="FFFFFF"/>
                    </a:solidFill>
                  </a:tcPr>
                </a:tc>
              </a:tr>
              <a:tr h="502920">
                <a:tc>
                  <a:txBody>
                    <a:bodyPr/>
                    <a:lstStyle/>
                    <a:p>
                      <a:pPr>
                        <a:defRPr sz="1200">
                          <a:solidFill>
                            <a:srgbClr val="1C1B33"/>
                          </a:solidFill>
                          <a:latin typeface="Yu Gothic"/>
                        </a:defRPr>
                      </a:pPr>
                      <a:r>
                        <a:t>発表日</a:t>
                      </a:r>
                    </a:p>
                  </a:txBody>
                  <a:tcPr>
                    <a:solidFill>
                      <a:srgbClr val="F4F3FC"/>
                    </a:solidFill>
                  </a:tcPr>
                </a:tc>
                <a:tc>
                  <a:txBody>
                    <a:bodyPr/>
                    <a:lstStyle/>
                    <a:p>
                      <a:pPr>
                        <a:defRPr sz="1200">
                          <a:solidFill>
                            <a:srgbClr val="1C1B33"/>
                          </a:solidFill>
                          <a:latin typeface="Yu Gothic"/>
                        </a:defRPr>
                      </a:pPr>
                      <a:r>
                        <a:t>2026年8月19日</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StartupTalky・Free Press Journal(2026-08-19)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ニキル・カマート氏について</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主要投資家の紹介です。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インドの証券会社Zerodhaの共同創業者</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インドのスタートアップ・テック業界で著名な個人投資家として知られる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今回はCtrlSに対し200クロール・ルピーを出資</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同氏の投資判断の具体的な意図・戦略の詳細は本調査の範囲では確認できていない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StartupTalky・YourStory(2026-08-19)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調達資金の使途</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インフラ拡張・拠点増強</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AI・クラウド・デジタルワークロードの拡大に対応</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StartupTalky(2026-08-19)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CtrlSの現在の事業規模</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現在の事業規模の内容です。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国内9つの主要都市で19のデータセンターを運営</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稼働容量は370メガワット超</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計画・実行段階のプロジェクトは4.4ギガワット相当と、既存稼働容量を大きく上回る規模</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具体的な新設データセンターの立地・完成時期は本調査の範囲では確認できていない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StartupTalky(2026-08-19)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現在の稼働容量 vs 計画中のプロジェクト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現在の稼働容量</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370メガワット超</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19のデータセンター</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国内9つの主要都市</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計画・実行段階のプロジェクト</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4.4ギガワット相当</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既存稼働容量の10倍超の規模</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完成時期の詳細は未確認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過去の資金調達との比較</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2026年6月</a:t>
                      </a:r>
                    </a:p>
                  </a:txBody>
                  <a:tcPr>
                    <a:solidFill>
                      <a:srgbClr val="FFFFFF"/>
                    </a:solidFill>
                  </a:tcPr>
                </a:tc>
                <a:tc>
                  <a:txBody>
                    <a:bodyPr/>
                    <a:lstStyle/>
                    <a:p>
                      <a:pPr>
                        <a:defRPr sz="1200">
                          <a:solidFill>
                            <a:srgbClr val="1C1B33"/>
                          </a:solidFill>
                          <a:latin typeface="Yu Gothic"/>
                        </a:defRPr>
                      </a:pPr>
                      <a:r>
                        <a:t>CPP Investmentsから7,000クロール・ルピーを調達、評価額47億米ドル</a:t>
                      </a:r>
                    </a:p>
                  </a:txBody>
                  <a:tcPr>
                    <a:solidFill>
                      <a:srgbClr val="FFFFFF"/>
                    </a:solidFill>
                  </a:tcPr>
                </a:tc>
              </a:tr>
              <a:tr h="502920">
                <a:tc>
                  <a:txBody>
                    <a:bodyPr/>
                    <a:lstStyle/>
                    <a:p>
                      <a:pPr>
                        <a:defRPr sz="1200">
                          <a:solidFill>
                            <a:srgbClr val="1C1B33"/>
                          </a:solidFill>
                          <a:latin typeface="Yu Gothic"/>
                        </a:defRPr>
                      </a:pPr>
                      <a:r>
                        <a:t>2026年8月19日(今回)</a:t>
                      </a:r>
                    </a:p>
                  </a:txBody>
                  <a:tcPr>
                    <a:solidFill>
                      <a:srgbClr val="F4F3FC"/>
                    </a:solidFill>
                  </a:tcPr>
                </a:tc>
                <a:tc>
                  <a:txBody>
                    <a:bodyPr/>
                    <a:lstStyle/>
                    <a:p>
                      <a:pPr>
                        <a:defRPr sz="1200">
                          <a:solidFill>
                            <a:srgbClr val="1C1B33"/>
                          </a:solidFill>
                          <a:latin typeface="Yu Gothic"/>
                        </a:defRPr>
                      </a:pPr>
                      <a:r>
                        <a:t>著名投資家から250クロール・ルピーを調達</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StartupTalky(2026-08-19)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6月の大型調達との関係</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過去の調達との関係です。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2026年6月、カナダ年金制度投資委員会(CPP Investments)から7,000クロール・ルピーを調達</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その際の評価額は47億米ドルと報じられている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今回の250クロール・ルピー調達後の最新評価額の更新有無は確認できていない</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6月調達とは別の、著名個人投資家による追加調達という位置づけ</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StartupTalky(2026-08-19)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6月時点の評価額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47億米ドル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CPP Investmentsからの7,000クロール・ルピー調達時点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StartupTalky(2026-08-19)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AI需要とデータセンター投資の関係</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背景にあるAI需要の話です。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AI・クラウド・デジタルワークロードの拡大が、データセンター需要の拡大要因の一つとされる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報道では『AI、クラウド、デジタルワークロードの加速』への対応という表現で今回の投資目的が説明されている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AI関連需要が全体の需要拡大に占める具体的な比率は本調査の範囲では確認できていない</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インド国内のデータセンター業界全体の需要動向との比較検証は行っていない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StartupTalky(2026-08-19)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今回の調達に至る流れ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2026年6月、CPP Investmentsから大型調達</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7,000クロール・ルピー、評価額47億ドル</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AI・クラウド需要の拡大が続く</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計画中プロジェクトは4.4ギガワット相当</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著名投資家から追加調達</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250クロール・ルピー、2026年8月19日発表</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6月の大型調達から今回の追加調達までの流れ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StartupTalky(2026-08-19)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今回の発表の3ステップ総括</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1. 250クロール・ルピー調達</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著名投資家2名から出資</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 インフラ拡張への充当</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AI・クラウド需要への対応</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3. 6月の大型調達に続く動き</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評価額47億ドルからの拡大局面</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インドのデータセンター業界の位置づけ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業界内での位置づけです。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インドはAI・クラウド需要の拡大を背景に、データセンター投資が世界的に注目される市場の一つとされる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CtrlSは国内大手データセンター企業の一つとして位置づけられる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他のインド国内データセンター企業との具体的な業績比較は本調査では行っていない</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業界全体の投資動向との一致度は確認できていない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データセンターの拠点数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国内9都市で19拠点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インド国内での広範な展開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StartupTalky(2026-08-19)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同日に報じられた他のインド企業の動き</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同日の他のニュースです。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同日(2026年8月19日)、Shiprocketが35%のプレミアムで株式上場したことも報じられている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同日、7件の資金調達案件が報じられ、データセンター・小児医療・ディープテック等、幅広い分野に及ぶ</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本テーマではCtrlS固有の内容のみを扱い、他社のニュースとは独立して整理する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インド全体のスタートアップ市場の動向との関連の詳細な検証は行っていない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StartupTalky(2026-08-19)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今回の投資家 vs 6月の投資家</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今回(8月19日)</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著名な個人投資家2名</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250クロール・ルピー</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Zerodha共同創業者を含む</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6月</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機関投資家(CPP Investments)</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7,000クロール・ルピー</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評価額47億米ドル</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今回の発表の要点まとめ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調達総額</a:t>
                      </a:r>
                    </a:p>
                  </a:txBody>
                  <a:tcPr>
                    <a:solidFill>
                      <a:srgbClr val="FFFFFF"/>
                    </a:solidFill>
                  </a:tcPr>
                </a:tc>
                <a:tc>
                  <a:txBody>
                    <a:bodyPr/>
                    <a:lstStyle/>
                    <a:p>
                      <a:pPr>
                        <a:defRPr sz="1200">
                          <a:solidFill>
                            <a:srgbClr val="1C1B33"/>
                          </a:solidFill>
                          <a:latin typeface="Yu Gothic"/>
                        </a:defRPr>
                      </a:pPr>
                      <a:r>
                        <a:t>250クロール・ルピー</a:t>
                      </a:r>
                    </a:p>
                  </a:txBody>
                  <a:tcPr>
                    <a:solidFill>
                      <a:srgbClr val="FFFFFF"/>
                    </a:solidFill>
                  </a:tcPr>
                </a:tc>
              </a:tr>
              <a:tr h="502920">
                <a:tc>
                  <a:txBody>
                    <a:bodyPr/>
                    <a:lstStyle/>
                    <a:p>
                      <a:pPr>
                        <a:defRPr sz="1200">
                          <a:solidFill>
                            <a:srgbClr val="1C1B33"/>
                          </a:solidFill>
                          <a:latin typeface="Yu Gothic"/>
                        </a:defRPr>
                      </a:pPr>
                      <a:r>
                        <a:t>主な出資者</a:t>
                      </a:r>
                    </a:p>
                  </a:txBody>
                  <a:tcPr>
                    <a:solidFill>
                      <a:srgbClr val="F4F3FC"/>
                    </a:solidFill>
                  </a:tcPr>
                </a:tc>
                <a:tc>
                  <a:txBody>
                    <a:bodyPr/>
                    <a:lstStyle/>
                    <a:p>
                      <a:pPr>
                        <a:defRPr sz="1200">
                          <a:solidFill>
                            <a:srgbClr val="1C1B33"/>
                          </a:solidFill>
                          <a:latin typeface="Yu Gothic"/>
                        </a:defRPr>
                      </a:pPr>
                      <a:r>
                        <a:t>ニキル・カマート氏(200クロール)・スリーラム・レディ・ヴァンガ氏(50クロール)</a:t>
                      </a:r>
                    </a:p>
                  </a:txBody>
                  <a:tcPr>
                    <a:solidFill>
                      <a:srgbClr val="F4F3FC"/>
                    </a:solidFill>
                  </a:tcPr>
                </a:tc>
              </a:tr>
              <a:tr h="502920">
                <a:tc>
                  <a:txBody>
                    <a:bodyPr/>
                    <a:lstStyle/>
                    <a:p>
                      <a:pPr>
                        <a:defRPr sz="1200">
                          <a:solidFill>
                            <a:srgbClr val="1C1B33"/>
                          </a:solidFill>
                          <a:latin typeface="Yu Gothic"/>
                        </a:defRPr>
                      </a:pPr>
                      <a:r>
                        <a:t>用途</a:t>
                      </a:r>
                    </a:p>
                  </a:txBody>
                  <a:tcPr>
                    <a:solidFill>
                      <a:srgbClr val="FFFFFF"/>
                    </a:solidFill>
                  </a:tcPr>
                </a:tc>
                <a:tc>
                  <a:txBody>
                    <a:bodyPr/>
                    <a:lstStyle/>
                    <a:p>
                      <a:pPr>
                        <a:defRPr sz="1200">
                          <a:solidFill>
                            <a:srgbClr val="1C1B33"/>
                          </a:solidFill>
                          <a:latin typeface="Yu Gothic"/>
                        </a:defRPr>
                      </a:pPr>
                      <a:r>
                        <a:t>AI・クラウド需要対応のインフラ拡張</a:t>
                      </a:r>
                    </a:p>
                  </a:txBody>
                  <a:tcPr>
                    <a:solidFill>
                      <a:srgbClr val="FFFFFF"/>
                    </a:solidFill>
                  </a:tcPr>
                </a:tc>
              </a:tr>
              <a:tr h="502920">
                <a:tc>
                  <a:txBody>
                    <a:bodyPr/>
                    <a:lstStyle/>
                    <a:p>
                      <a:pPr>
                        <a:defRPr sz="1200">
                          <a:solidFill>
                            <a:srgbClr val="1C1B33"/>
                          </a:solidFill>
                          <a:latin typeface="Yu Gothic"/>
                        </a:defRPr>
                      </a:pPr>
                      <a:r>
                        <a:t>6月時点の評価額</a:t>
                      </a:r>
                    </a:p>
                  </a:txBody>
                  <a:tcPr>
                    <a:solidFill>
                      <a:srgbClr val="F4F3FC"/>
                    </a:solidFill>
                  </a:tcPr>
                </a:tc>
                <a:tc>
                  <a:txBody>
                    <a:bodyPr/>
                    <a:lstStyle/>
                    <a:p>
                      <a:pPr>
                        <a:defRPr sz="1200">
                          <a:solidFill>
                            <a:srgbClr val="1C1B33"/>
                          </a:solidFill>
                          <a:latin typeface="Yu Gothic"/>
                        </a:defRPr>
                      </a:pPr>
                      <a:r>
                        <a:t>47億米ドル(CPP Investments調達時)</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StartupTalky・Free Press Journal(2026-08-19)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今後注目される点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今後の見どころです。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新設データセンターの具体的な立地・完成時期</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今回の調達後の最新評価額の更新有無</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AI関連需要が全体の需要拡大に占める具体的な比率</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今後の公式発表・決算報告を継続して確認する必要がある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計画中プロジェクトの規模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4.4ギガワット相当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現在の稼働容量(370メガワット超)の10倍超</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StartupTalky(2026-08-19)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投資家プロフィール</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投資家</a:t>
                      </a:r>
                    </a:p>
                  </a:txBody>
                  <a:tcPr>
                    <a:solidFill>
                      <a:srgbClr val="2E2A72"/>
                    </a:solidFill>
                  </a:tcPr>
                </a:tc>
                <a:tc>
                  <a:txBody>
                    <a:bodyPr/>
                    <a:lstStyle/>
                    <a:p>
                      <a:pPr>
                        <a:defRPr sz="1300" b="1">
                          <a:solidFill>
                            <a:srgbClr val="FFFFFF"/>
                          </a:solidFill>
                          <a:latin typeface="Yu Gothic"/>
                        </a:defRPr>
                      </a:pPr>
                      <a:r>
                        <a:t>出資額・立場</a:t>
                      </a:r>
                    </a:p>
                  </a:txBody>
                  <a:tcPr>
                    <a:solidFill>
                      <a:srgbClr val="2E2A72"/>
                    </a:solidFill>
                  </a:tcPr>
                </a:tc>
              </a:tr>
              <a:tr h="502920">
                <a:tc>
                  <a:txBody>
                    <a:bodyPr/>
                    <a:lstStyle/>
                    <a:p>
                      <a:pPr>
                        <a:defRPr sz="1200">
                          <a:solidFill>
                            <a:srgbClr val="1C1B33"/>
                          </a:solidFill>
                          <a:latin typeface="Yu Gothic"/>
                        </a:defRPr>
                      </a:pPr>
                      <a:r>
                        <a:t>ニキル・カマート氏</a:t>
                      </a:r>
                    </a:p>
                  </a:txBody>
                  <a:tcPr>
                    <a:solidFill>
                      <a:srgbClr val="FFFFFF"/>
                    </a:solidFill>
                  </a:tcPr>
                </a:tc>
                <a:tc>
                  <a:txBody>
                    <a:bodyPr/>
                    <a:lstStyle/>
                    <a:p>
                      <a:pPr>
                        <a:defRPr sz="1200">
                          <a:solidFill>
                            <a:srgbClr val="1C1B33"/>
                          </a:solidFill>
                          <a:latin typeface="Yu Gothic"/>
                        </a:defRPr>
                      </a:pPr>
                      <a:r>
                        <a:t>200クロール・ルピー、Zerodha共同創業者</a:t>
                      </a:r>
                    </a:p>
                  </a:txBody>
                  <a:tcPr>
                    <a:solidFill>
                      <a:srgbClr val="FFFFFF"/>
                    </a:solidFill>
                  </a:tcPr>
                </a:tc>
              </a:tr>
              <a:tr h="502920">
                <a:tc>
                  <a:txBody>
                    <a:bodyPr/>
                    <a:lstStyle/>
                    <a:p>
                      <a:pPr>
                        <a:defRPr sz="1200">
                          <a:solidFill>
                            <a:srgbClr val="1C1B33"/>
                          </a:solidFill>
                          <a:latin typeface="Yu Gothic"/>
                        </a:defRPr>
                      </a:pPr>
                      <a:r>
                        <a:t>スリーラム・レディ・ヴァンガ氏</a:t>
                      </a:r>
                    </a:p>
                  </a:txBody>
                  <a:tcPr>
                    <a:solidFill>
                      <a:srgbClr val="F4F3FC"/>
                    </a:solidFill>
                  </a:tcPr>
                </a:tc>
                <a:tc>
                  <a:txBody>
                    <a:bodyPr/>
                    <a:lstStyle/>
                    <a:p>
                      <a:pPr>
                        <a:defRPr sz="1200">
                          <a:solidFill>
                            <a:srgbClr val="1C1B33"/>
                          </a:solidFill>
                          <a:latin typeface="Yu Gothic"/>
                        </a:defRPr>
                      </a:pPr>
                      <a:r>
                        <a:t>50クロール・ルピー、起業家</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StartupTalky・Free Press Journal(2026-08-19)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6月調達からの間隔</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約2か月で追加調達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6月のCPP Investments調達から今回の8月調達まで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StartupTalky(2026-08-19)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今回の250クロール・ルピー調達後のCtrlS全体の最新評価額</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調達資金の具体的な配分(新設データセンターの数・立地等)の詳細計画</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AI関連需要が全体の需要拡大に占める具体的な比率</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本テーマは特定企業(CtrlS)・投資家への投資を推奨するものではなく、報じられた資金調達の紹介にとどめる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確認できている事実</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250クロール・ルピーの調達</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主な出資者2名の内訳</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インフラ拡張への充当という用途</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今後の不確定要素</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最新評価額の更新有無</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新設拠点の具体的な計画</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AI関連需要の具体的な比率</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AI・データセンター業界の動向に関心がある立場として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AI需要の拡大がインフラ投資にどう結びついているかを把握する視点が役立つ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スタートアップ投資に関心がある立場として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著名投資家の参加という事実と、その投資判断の具体的な意図は別軸として扱う視点が参考になる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インド市場の動向を追う立場として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6月の大型調達との関係や、評価額の更新有無を継続して確認する必要がある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本編のまとめです。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CtrlS Datacentersは2026年8月19日、著名投資家から250クロール・ルピーの調達を発表した</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Zerodha共同創業者ニキル・カマート氏が200クロール・ルピーを出資した</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調達資金はAI・クラウド需要の拡大に対応するインフラ拡張に充てられる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最新評価額や資金の具体的な配分など、確認できていない点は正直に開示した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StartupTalky・Free Press Journal(2026-08-19)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Zerodha創業者が動いた。AIインフラの次の一手。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CtrlS Datacentersは2026年8月19日、著名投資家から250クロール・ルピーの調達を発表しました。AI・クラウド需要への対応というインフラ拡張の中身を、出典付きで正直に整理してお届けしました。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