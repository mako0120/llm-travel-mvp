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コールドオープン: 冒頭で具体的な事実を即座に提示し、挨拶なしで核心から入る(2026-07-24のエンゲージメント設計ルールに基づく)。本テーマは着手日から6日前の発表であり、鮮度で妥協した経緯をresearch.mdに明記している。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起承転結を予告する。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専門用語を最初に整理する。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発表の概要を表で整理する。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実際に活性化するのは約80億(8B)パラメータのみ。複数倍規模の他モデルに匹敵・上回ったと報じられている。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モデルの仕様を表で整理する。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コーディング特化という特徴を紹介する。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ベンチマークスコアを表で示す。自社評価であることを明記する。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公開の流れを図で示す。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ライセンスの特徴を紹介する。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両者の違いを対比で見せる。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開発者視点での利点を紹介する。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実用性について正直に伝える。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前身モデルとの比較を表で示す。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ベンチマーク評価は慎重に扱う。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正直に、含まれなかったものも伝える。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見送った候補も具体的に共有する。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転換パート。ここから実践的な話に入る。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出来事の紹介だけで終わらせず、読み手にとっての意味を扱う。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想定利用者像を整理する。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想定される疑問に先回りして答える。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実践につながる進め方をステップで見せる。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個人視点も扱う。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不明点を正直に「不明」と明言する。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政治・対立を煽らないという制作方針、自己言及回避方針を明確に伝える。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検品結果を表でまとめる。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出典を短く再掲する。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結のキーメッセージ。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オープンループで次回への引き。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最終スライド。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10倍規模のAIモデルに、小型モデルが匹敵した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Poolside、オープンウェイトのコーディング特化AIモデル「Laguna S 2.1」を公開(2026年7月21日)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A3D0"/>
                </a:solidFill>
                <a:latin typeface="Yu Gothic"/>
              </a:rPr>
              <a:t>出典: Poolside公式, VentureBeat, the-decoder, MarkTechPost(2026-07)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今日話すこと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起: 前提知識 + 何が起きたか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承: モデルの仕様を詳しく見る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転: オープンウェイトが何を意味するか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結: 不明点・リスク配慮・まとめ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まず言葉の整理(初心者向け)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オープンウェイト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AIモデルの学習済みパラメータ(重み)を誰でも入手・改変・自社運用できる形で公開する方式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MoE(Mixture of Experts)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モデル内に複数の専門家(エキスパート)を持ち、入力に応じて一部だけを使う効率的な構造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何が起きたか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開発企業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Poolside(AIスタートアップ)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モデル名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Laguna S 2.1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公開日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2026年7月21日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特徴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コーディング特化のオープンウェイトAIモデル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Poolside公式ブログ(2026-07-21)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総パラメータ数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118B(1,180億)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VentureBeatの報道による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VentureBeat(2026-07-21)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モデルの主な仕様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総パラメータ数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118B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活性化パラメータ数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約8B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エキスパート構成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256個のルーティングエキスパート+共有エキスパート1個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コンテキスト長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約104万8576トークン(約100万トークン)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the-decoder(2026-07-21)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コーディング特化という切り口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エージェント的コーディング向け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自律的にコードを書き、実行し、修正する用途に特化して設計されている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小型でも高性能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活性化パラメータ数を抑えつつ高いコーディング性能を狙う設計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Poolside公式ブログ(2026-07-21)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ベンチマークスコア(Poolside自身の評価)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ベンチマーク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スコア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Terminal-Bench 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70.2%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SWE-Bench Pro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59.4%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DeepSWE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40.4%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VentureBeat(2026-07-21)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公開の流れ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526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069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2026年7月2日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98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小型版「Laguna XS 2.1」を公開(個人のPCでも動作する規模)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575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530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073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02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2026年7月21日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02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大型版「Laguna S 2.1」を公開(高性能・エージェント的コーディング向け)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Poolside公式ブログ(2026-07-21)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ライセンスについて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OpenMDW-1.1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商用利用も含めて誰でも使用・改変・再配布できる寛容なライセンス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無償公開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Hugging Face上で重みが無償公開されている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MarkTechPost(2026-07-21)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クローズドAPI利用 と オープンウェイト自己ホストの違い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クローズドAPI利用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提供企業のサーバー経由で利用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データが外部に送信される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運用の手間が少ない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オープンウェイト自己ホスト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自社サーバーで運用できる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データを外部に送信せずに済む</a:t>
            </a:r>
          </a:p>
        </p:txBody>
      </p:sp>
      <p:sp>
        <p:nvSpPr>
          <p:cNvPr id="22" name="Oval 21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相応のハードウェアが必要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自己ホスティングの利点(開発者にとって)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コードの取り扱い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機密性の高いコードを外部に送信せずに処理できる可能性がある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コストの見通し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API従量課金ではなく、自社インフラのコストで運用できる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誰が使えるのか(実用面)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小型版は個人でも扱える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先行公開されたLaguna XS 2.1は単体のデスクトップ・ノートPCのGPUでも動作する規模とされる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大型版は企業・開発チーム向け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Laguna S 2.1は相応のハードウェアを持つ企業・開発チームが主な利用者になると考えられる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Poolside公式ブログ(2026-07-21)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前身モデルとの比較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Laguna XS 2.1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Laguna S 2.1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総パラメータ数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33B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118B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活性化パラメータ数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約3B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約8B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公開日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2026年7月2日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2026年7月21日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Poolside公式ブログ(2026-07-21)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ベンチマークについて(慎重な扱い)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自社評価であることに留意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紹介したスコアはPoolside自身の内部評価であり、第三者による独立検証の有無は確認できていない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断定はしない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「10倍規模のモデルに匹敵」という報道はあるが、本動画では数値の断定的な優劣比較は行わない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VentureBeat(2026-07-21)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今回含まれなかったもの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学習データの詳細・学習コストは確認できなかった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第三者による独立したベンチマーク検証の有無は確認できていない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見送った候補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Kimi K3・OpenAIモデル侵害の続報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既存テーマと重複するため見送り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NAVER・NVIDIAのAIファクトリー拡大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日本需要・実用性の面で見送り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これが意味すること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小型モデルの高性能化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活性化パラメータ数を抑えつつ高い性能を狙う設計が進んでいる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コーディング特化モデルの広がり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汎用モデルとは別に、用途特化のオープンウェイトモデルが増えている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選択肢の拡大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開発者がAPI利用と自己ホストを比較検討する余地が広がる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これは何を意味するのか(開発者にとって)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オープンウェイトのコーディング特化モデルが増えることで、用途に応じた選択肢が広がる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実際に自社運用するにはハードウェア・運用体制が必要になる点は変わらない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こんな人におすすめ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AIコーディングツールの開発に関わる人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オープンウェイトの選択肢を知りたい人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自社インフラでのAI活用を検討中の開発チーム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自己ホストの選択肢を知りたい人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よくある疑問(Q&amp;A)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無料で使えるの?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重みの入手・商用利用も含めて無償で使えるライセンス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自分のPCで動かせるの?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小型版(Laguna XS 2.1)は単体のPCでも動作する規模とされている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動向を追う場合の進め方(目安)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①公式発表を確認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Poolside・Hugging Face上の公式情報を確認する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②独立系の検証を待つ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第三者によるベンチマーク検証を確認する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③自社要件と照らす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自社のハードウェア・用途要件と照らして検討する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個人にとっての影響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個人開発者でも小型版であれば試せる可能性がある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オープンウェイトモデルを使ったコーディング支援ツールが今後増える可能性がある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不明点・注意点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学習データ・学習コストの詳細は確認できなかった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紹介したベンチマークスコアは自社評価であり、第三者による独立検証の有無は確認できていない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リスク配慮のポイント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政治的フレーミングには触れない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一部報道にある「西側 vs 中国」という対立構造には触れない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事実紹介に徹する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モデルの技術・製品面の事実を淡々と紹介する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自己言及を避ける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本シリーズを制作しているClaude/Anthropicの製品名は使用しない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検品結果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結果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verify_pptx.py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同一レイアウト連続チェック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bullets比率チェック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対話原稿スライド数整合性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Poolside公式ブログ / VentureBeat / the-decoder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MarkTechPost / TechTimes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オープンウェイトのコーディング特化モデルが、また一つ増えた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ADCFC"/>
                </a:solidFill>
                <a:latin typeface="Yu Gothic"/>
              </a:rPr>
              <a:t>118BパラメータのLaguna S 2.1が2026年7月21日に公開。商用利用も可能な寛容なライセンス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興味があれば、公式サイト・Hugging Faceで最新情報を確認してみる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次回予告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AI/エージェント系のオープンモデル動向は今後も続くテーマ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次回も独立系メディアの報道をもとに紹介する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定期実行44本目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ご視聴ありがとうございました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ADCFC"/>
                </a:solidFill>
                <a:latin typeface="Yu Gothic"/>
              </a:rPr>
              <a:t>出典・詳細はresearch.mdと各スライドの出典表記を参照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質問・フィードバックはいつでもどうぞ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