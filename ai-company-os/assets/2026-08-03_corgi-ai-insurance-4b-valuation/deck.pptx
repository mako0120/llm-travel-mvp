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週7日働き、オフィスのマットレスで寝泊まりする創業者がいます。その会社は、わずか8週間のうちに3回も資金調達を行い、評価額を3倍以上にしました。今日はこの急成長ぶり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まず数字から。Corgiという保険スタートアップの評価額は、今40億ドルに達しています。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今日はこの5つの流れでお伝えします。数字の急成長と、話題になっている企業文化、両方を扱います。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発表内容を整理すると、この5点になります。特に評価額の伸び方が異例のスピードです。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推移を見ると、8週間で3回の資金調達というスピード感が分かります。評価額はその都度、大きく跳ね上がっています。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評価額は、わずか数ヶ月で3倍以上になりました。AI関連スタートアップへの投資熱の高さを象徴する事例です。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話題になっているのが、この企業文化です。週7日勤務、オフィス泊まり、24時間カフェ。かなり異色の働き方が報じられています。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Corgiは、AIを使って保険業務を効率化する会社です。当初は新興企業向けでしたが、トラック運送業界にも事業を広げています。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収益の伸びも急激です。ただし、これは見込み値であり、実績が確定した数字ではない点に注意してください。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収益の伸びを数字で見ると、4,000万ドルから4億5,000万ドルへ。約11倍の伸びが見込まれています。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Forbesはこの企業文化を、急成長の象徴として報じています。ただし、これが持続可能な働き方かどうかは、別の議論です。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資金調達の推移を表にまとめました。3回目のラウンドは、具体的な調達額が公表されていません。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事業拡大の動きも紹介します。トラック運送業界への参入に加え、データルーム機能をめぐる話題も報じられています。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この騒動については、具体的にどんな問題があったのかまでは、今回の調査では確認できていません。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この比較は、Corgi自身の発表内容をもとにした整理であり、業界全体を評価した第三者比較ではありません。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正直にお伝えします。この発表は12日前のものです。これまでで最も鮮度の妥協が大きいテーマですが、隠さずお伝えします。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この4点は、今回の調査で確認できなかった事項として一覧化しました。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話題性のある企業文化ですが、当社はこの働き方を推奨する意図はありません。あくまで報じられている事実として紹介しています。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8週間で3回という資金調達のペースは、通常のスタートアップの資金調達サイクルと比べても、かなり異例です。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この急成長から見えてくることを3つ挙げました。いずれも当社の推測です。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この3つは当社の推測です。断定はしていません。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急成長は事実ですが、これで保険業界のすべてが変わったわけではありません。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これまでのテーマとは異なる、保険業界というこれまで扱っていなかった切り口です。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急成長の話題だからこそ、数字と事実を丁寧に分けてお伝えすることを意識しました。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最後にもう一度確認します。8週間で3回の資金調達、評価額40億ドル。ただしこの発表は12日前のものであることも、あわせて覚えておいてください。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続報では、こんな懸念も伝えられています。急成長の裏には、こうした慎重な見方もあることを知っておくとよいでしょう。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今後注目したいポイントを3つ挙げました。この急成長がどこまで続くか、引き続き注目です。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今回・前回のテーマを合わせて見ると、AIをめぐる投資・活用の広がりが見えてきます。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念のため、評価額の推移をもう一度確認しておきます。2ヶ月余りで3倍以上になっています。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本編は以上です。今回はAI保険スタートアップCorgiの急成長を題材に、資金調達の推移と、話題になっている企業文化についてお伝えしました。次回もまた出典付きでお届けします。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オフィスのマットレスで寝る創業者がいる。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その会社は、8週間で評価額を3倍以上にした。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AI保険スタートアップCorgi、8週間で3回目の資金調達・評価額40億ドル(2026年7月22日発表)を、出典付きで振り返る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Forbes・TechCrunch ほか。発表日は着手日の12日前(鮮度の大きな妥協を本編で開示)。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現在の評価額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$4B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AI保険スタートアップCorgi、8週間で3回目の資金調達(2026-07-22発表)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Forbes(2026-07-22)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何が発表されたのか(資金調達の推移)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Corgiは何をする会社か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話題になっている企業文化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収益成長の数字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読み解く上での注意点・確認できなかったこと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発表の概要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2026年7月22日、Corgiの発表のポイントです。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AI活用の保険スタートアップCorgiが、8週間で3回目となる資金調達を実施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評価額は40億ドルに到達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2026年5月のシリーズB(評価額13億ドル)から、わずか数週間での急拡大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年間経常収益は7ヶ月余りで4,000万ドルから4億5,000万ドル見込みへ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週7日労働・創業者のオフィス泊まりという企業文化も話題に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Forbes(2026-07-22) / TechCrunch(2026-07-23)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資金調達の推移(2026年5月〜7月)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2026年5月上旬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シリーズBで1億6,000万ドル調達、評価額13億ドルでユニコーンに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2026年5月下旬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B1ラウンドで1億600万ドル追加調達、評価額26億ドルに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2026年7月22日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3回目の資金調達、評価額40億ドルに(8週間で3回目)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評価額の伸び率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3倍以上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2026年5月(13億ドル)から7月(40億ドル)までの伸び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Forbes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話題になっている企業文化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週7日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勤務体制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オフィスでの週7日勤務が報じられている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マットレス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創業者の寝泊まり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CEOがオフィスのマットレスで寝泊まりしていると報じられている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24時間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併設カフェ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サンフランシスコのオフィスに24時間営業のカフェを併設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Forbes(2026-07-22)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Corgiの事業内容(概念図)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新興企業向け保険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当初の主力事業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AIによる保険業務の自動化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審査・請求対応等を効率化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トラック運送業界向け保険にも参入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事業領域を拡大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E6B5C"/>
                </a:solidFill>
                <a:latin typeface="Yu Gothic"/>
              </a:rPr>
              <a:t>AIを活用し、保険という規制の厳しい業界での業務を効率化する事業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収益成長の詳細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報じられている収益の数字を整理します。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2025年末時点の年間経常収益は4,000万ドル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2026年末の見込みは4億5,000万ドル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7ヶ月余りで、報告値ベースで約11倍の伸びを見込む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この数字は自社発表・関係者コメントに基づく予測値である点に注意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Forbes / MLQ 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年間経常収益の見込み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$40M→$450M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2025年末から2026年末の見込みへの伸び(自社発表・関係者コメントに基づく予測値)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Forbes / MLQ News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“週7日勤務・オフィス寝泊まりという文化が、この急成長の象徴として報じられている。”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CC2"/>
                </a:solidFill>
                <a:latin typeface="Yu Gothic"/>
              </a:rPr>
              <a:t>— Forbes(Anna Tong記者)の報道の趣旨(2026-07-22、意訳)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資金調達ラウンドまとめ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評価額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2026年5月上旬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シリーズB($160M)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$1.3B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2026年5月下旬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B1($106M)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$2.6B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2026年7月22日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シリーズB追加(3回目、調達額非公表)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$4.0B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Forbes / Insurance Journal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事業拡大の動き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拡大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トラック運送業界に参入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商用車両運行会社向けの保険プラットフォームを開始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話題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データルーム機能の騒動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『vibe coding』で作られた機能をめぐり一時物議を醸したと報じられている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継続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新興企業向け保険は主力のまま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創業以来の主力事業は継続中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The Insurer / Forbes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『vibe coding』騒動の位置づけ(概念図)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AIによる簡易開発(vibe coding)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データルーム機能の開発に使用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一時的な物議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具体的な問題内容は確認できていない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事業継続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現在も機能を提供中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E6B5C"/>
                </a:solidFill>
                <a:latin typeface="Yu Gothic"/>
              </a:rPr>
              <a:t>具体的な問題の内容までは確認できていない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従来型の保険業務 vs Corgiの主張するAI活用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従来型の保険業務(一般論)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審査・請求対応に人手と時間がかかる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業界特化の専門知識が必要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新規参入のハードルが高い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Corgiが主張する立ち位置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AIで審査・請求対応を効率化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新興企業・トラック運送等、特定業界に特化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急速な事業拡大を実現(自社発表)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本テーマを見るときに、まずお伝えしたい点です。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本テーマの発表日は2026年7月22日で、着手日(2026-08-03)の12日前である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`docs/06_Content_R&amp;D.md`の鮮度基準(前日以内)を大きく外れる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round45(5〜6日)からさらに鮮度が後退している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内容自体は複数の独立したメディアが継続的に報じており、事実確認は行っている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公式プレスリリースの原文全体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WebFetchのアクセス制限により未確認、複数媒体の要約に基づく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3回目ラウンドの具体的な調達額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評価額のみ判明、調達額は非公表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各投資家の出資比率・出資額の内訳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『年間経常収益4.5億ドル』の見込みの算出根拠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働き方についての正直な補足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企業文化について、あわせてお伝えしたい点です。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週7日勤務・オフィス泊まりという働き方が話題として報じられている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これは急成長の象徴として紹介されているが、一般的に推奨される働き方とは限らない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本テーマは、この働き方を推奨する意図で紹介しているものではない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労働環境としての是非は、視聴者それぞれの判断に委ねる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8週間での資金調達回数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2026年5月上旬〜7月22日までの期間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Forbes / TechCrunch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この急成長が保険業界に示唆すること(合理的推測)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AI活用への投資熱の高まり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規制産業である保険分野でもAI活用への投資が加速している可能性がある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特定業界特化の強み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新興企業・トラック運送等、特定セグメントへの特化が評価されている可能性がある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急成長にともなうリスク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評価額の急拡大は、将来的な調整リスクも伴う可能性がある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この発表が示唆すること(合理的推測)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推測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保険テック分野への注目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AI活用の保険スタートアップへの投資が今後も続く可能性がある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推測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急成長企業の働き方への関心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話題性のある企業文化が、採用・投資判断に影響する可能性がある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1622D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評価額急拡大への慎重論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短期間での評価額急拡大には、慎重な見方も一定数あると考えられる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変わったこと・変わらないこと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変わったこと(報じられている範囲)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評価額が数ヶ月で3倍以上になった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事業領域がトラック運送業界にも拡大した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企業文化が話題として広く報じられるようになった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変わらないこと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保険業界自体の規制の厳しさは変わらない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実際の収益実績はまだ見込み値の段階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評価額の急拡大が持続するかは今後次第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本テーマ Corgi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既存テーマとの違い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業界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AI活用の保険(インシュアテック)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これまでのAI関連テーマは観測性・データ基盤・数学研究等が中心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切り口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資金調達の急拡大ペース・企業文化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純粋な技術発表とは異なる切り口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重複確認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既存73テーマに保険テック企業を扱ったものはない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差別化できる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この発表から得られる学び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個別の企業評価ではなく、一般的な視点としてまとめます。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短期間での評価額急拡大は、話題性が先行しやすく数字の内訳を確認する価値がある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話題になる企業文化ほど、それが持続可能かどうかを慎重に見る姿勢が大切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『見込み』の数字と『実績』の数字を混同しないことが重要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鮮度基準を大きく外れる情報を扱う場合は、そのことを正直に開示する姿勢が大切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$4B / 3回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8週間で3回の資金調達、評価額40億ドルに到達(2026-07-22発表、鮮度12日の妥協あり)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本編のまとめ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“評価額の急拡大は、公開市場の投資家を後回しにするリスクをはらむ。”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CC2"/>
                </a:solidFill>
                <a:latin typeface="Yu Gothic"/>
              </a:rPr>
              <a:t>— Forbes(Jim Osman氏)の報道の趣旨(2026-07-26、意訳)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実績収益の公表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見込み値が実際の実績としてどう確定するか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追加の資金調達の有無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この急ペースがさらに続くかどうか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企業文化の持続性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週7日勤務という体制がどこまで続くか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72・73本目と合わせて振り返る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5C"/>
                </a:solidFill>
                <a:latin typeface="Yu Gothic"/>
              </a:rPr>
              <a:t>今回のサイクルで扱った3つのテーマを整理します。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72本目は、AIエージェントを制御する製品への投資だった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73本目は、AIコーディングエージェントの生産性実証だった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本テーマ(74本目)は、AI活用スタートアップの急成長そのものの事例である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AIをめぐる投資・活用の広がりを、異なる角度から見てきたことになる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Forbes・TechCrunch ほか(2026-07-22発表・鮮度12日の妥協を開示)｜定期実行74本目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評価額の推移(参考)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$1.3B→$4.0B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2026年5月から7月までの評価額の推移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research.md参照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急成長の話題ほど、見込みと実績を分けて見る。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話題性のある数字・企業文化ほど、何が確定した事実で何がまだ見込みなのか、確認する視点を持ってみてください。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