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ddit社が、テキスト投稿をAIナレーション付きの動画に変換する新機能『Play』モードのテストを開始しました。まさかの新体験です。今日はこの機能の仕組みと背景について、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Reddit社は投稿ページに『Read』『Play』の切替トグルを追加し、Play側ではAIナレーション付きの動画で投稿を視聴できるようにしました。ここから仕組みを1つずつ出典付きで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ロールアウトの経緯から機能の仕組み、背景にあるトレンド、そして確認できなかったことまで、正確に数字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iOS/Android版のロールアウトが着手日の前日という新しさに加えて、AIナレーション動画という当社の制作手法とも重なるテーマ性、TikTokで人気の『Reddit朗読』動画への対抗という分かりやすい文脈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Redditという企業の前提を確認します。掲示板形式でテキスト投稿・コメントのやり取りが行われるSNSプラットフォームで、subredditと呼ばれるテーマ別コミュニティに分かれています。本編は機能紹介であり、利用を勧める内容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本題のキーワードを確認します。AIナレーションは人間の声優ではなくAI音声合成技術による読み上げ、Playモードは投稿を動画・音声で視聴できる新機能、Read/Playトグルはその切り替えボタンです。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Web版のロールアウト日です。2026年8月17日、Web版で『Play』モードのテストが始まりました。次に、アプリ版の展開を確認します。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iOS/Android版のロールアウト日です。Web版に続き、2026年8月18日にはiOS/Android版でもロールアウトが始まりました。次に、ロールアウトの概要を表で確認します。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ロールアウトの概要を一覧にしました。機能名は『Play』モード、Web版は8月17日、iOS/Android版は8月18日にロールアウトが始まりました。対応言語は英語圏の一部投稿に限定され、対象コミュニティ数は非公表です。次に、機能の仕組み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モードの仕組みを確認します。対象投稿の上部にRead/Playの切り替えトグルが表示され、PlayモードではAIの音声が投稿本文と一部の返信を読み上げ、対応するテキストが同期してハイライト表示されます。動画には『Real conversation voiced by AI』というラベルが付きます。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視聴の流れを図にしました。投稿ページでPlayトグルを選択すると、AIが本文・返信を読み上げ、対応するテキストが同期してハイライト表示されます。次に、動画・音声の2形式について確認します。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テストされている2つの形式です。字幕付きの動画形式に加えて、バックグラウンドで聴ける音声のみの形式も同時にテストされています。次に、テストの対象範囲を確認します。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現時点でのテスト対象範囲を正直にお伝えします。英語圏の一部投稿・特定のsubredditに限定されており、対象投稿数・コミュニティ数、本格展開の時期・条件は、本調査の範囲では確認できていません。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背景を確認します。TikTok等で、外部クリエイターがReddit投稿をAI音声で読み上げる動画が既に人気を集めており、Reddit社としてはこの体験を自社サービス内に取り込みたいという狙いがあります。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参考として、既存トレンドの規模を確認します。TikTokの『#reddit』ハッシュタグは約1960万投稿、『#redditstories』は約990万投稿とされています。これは2026年7月31日時点の別記事による数字で、Playモード自体の再生実績ではない点にご注意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構想が初めて言及されたタイミングです。Reddit社CEOのSteve Huffman氏は、2026年7月の第2四半期決算説明会で、Reddit投稿の朗読体験という構想に初めて言及していました。次に、そこから実際のロールアウトまでの流れを整理します。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構想からロールアウトまでの流れを3ステップで整理しました。2026年7月の決算説明会での言及から、8月17日のWeb版テスト開始、8月18日のiOS/Android版展開という流れです。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音声合成AI技術の提供元について正直にお伝えします。Reddit社は技術提供元を公表しておらず、本調査の範囲では確認できていません。確認できた機能内容のみを紹介し、技術提供元は推測で補いません。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表示とPlay表示の体験の違いを整理しました。Read表示は従来どおりテキストで読む形式、Play表示はAIナレーション付きの動画・音声で視聴できる新形式です。既存の投稿はRead表示でも引き続き閲覧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エンゲージメント指標と本格展開時期についても正直にお伝えします。機能が非常に新しく、再生数等の指標や本格展開の時期・条件は、本調査の範囲では確認できていません。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に確認できている内容にはギャップが生まれがちです。確認できているのは英語圏の一部投稿への限定テストという情報のみであり、音声技術の提供元やエンゲージメント指標など未確認の項目も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収益化計画についても正直にお伝えします。広告表示や有料機能化などの収益化計画への言及は、本調査の範囲では確認できていません。確認できた機能説明のみを紹介し、収益化の方向性は推測で補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実際に使うときの3つのポイントをまとめました。元投稿はいつでもRead表示で読めること、対象は英語圏の一部に限定されていること、動画にはAIラベルが明示されることです。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このニュースが読者にとって意味することをまとめました。AI業界の動向を追う立場、コンテンツ制作を検討する立場、Redditの利用者、それぞれで意識したい視点です。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情報を確認・活用する際のチェックポイントです。現時点のテストは限定的であり、音声技術の提供元や実績は公式情報を確認したうえで判断することが望ましいです。本成果物は特定企業・機能への乗り換えを推奨する内容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プラットフォーム別の提供状況をまとめました。Web版が最も早く8月17日にテストを開始し、iOS・Androidは8月18日からロールアウトが始まっています。対応言語は英語圏の一部投稿に限定されており、非英語圏への対応は不明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確認できたことと確認できていないことを一覧にしました。数字を推測で埋めず、正直に整理しています。詳細はresearch.mdをご確認ください。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本テーマの鮮度を数字で確認します。iOS/Android版ロールアウトは着手日の前日にあたる2026年8月18日でした。当社の鮮度基準(着手日を含めて2日以内)を満たしています。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TechCrunch・BetaNews・TechBriefly・AndroidHeadlines・TechRepublic等、複数の独立した媒体がロールアウト内容を一致させて報じていることを確認しています。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Redditが『Play』モードのテストを開始し、テキスト投稿をAIナレーション付き動画・音声で視聴できるようになった件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まさかのテキスト投稿が</a:t>
            </a:r>
          </a:p>
          <a:p>
            <a:pPr algn="l">
              <a:lnSpc>
                <a:spcPct val="115000"/>
              </a:lnSpc>
            </a:pPr>
            <a:r>
              <a:rPr sz="4200" b="1">
                <a:solidFill>
                  <a:srgbClr val="FFFFFF"/>
                </a:solidFill>
                <a:latin typeface="Yu Gothic"/>
              </a:rPr>
              <a:t>AIナレーション動画に。</a:t>
            </a:r>
          </a:p>
          <a:p>
            <a:pPr algn="l">
              <a:lnSpc>
                <a:spcPct val="115000"/>
              </a:lnSpc>
            </a:pPr>
            <a:r>
              <a:rPr sz="4200" b="1">
                <a:solidFill>
                  <a:srgbClr val="FFFFFF"/>
                </a:solidFill>
                <a:latin typeface="Yu Gothic"/>
              </a:rPr>
              <a:t>Redditが「Play」モードをテスト開始</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2026年8月17〜18日ロールアウト――仕組みと背景を出典付きで整理する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TechCrunch・BetaNews・TechBriefly・AndroidHeadlines・TechRepublic(2026年8月17日・18日)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Read/Play切替で投稿がAI動画に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Web版は2026年8月17日、iOS/Android版は8月18日にロールアウト開始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TechCrunch(2026-08-17)・TechBriefly(2026-08-18)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Redditとは・基礎知識</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ロールアウトの経緯を確認する</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「Play」モードの仕組みを深掘りする</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背景にあるTikTokの「Reddit朗読」トレンド</a:t>
            </a:r>
          </a:p>
        </p:txBody>
      </p:sp>
      <p:sp>
        <p:nvSpPr>
          <p:cNvPr id="15" name="Oval 14"/>
          <p:cNvSpPr/>
          <p:nvPr/>
        </p:nvSpPr>
        <p:spPr>
          <a:xfrm>
            <a:off x="548640" y="58064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CADCFC"/>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iOS/Android版ロールアウト(2026年8月18日)は着手日の前日という鮮度の高い話題である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AIナレーション動画という、当社(AI Company OS)の制作手法とも重なるテーマ性がある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TikTok等で人気の『Reddit朗読』動画への対抗という分かりやすい文脈がある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複数の独立した媒体(TechCrunch・BetaNews等)がロールアウト内容を一致させて報じている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TechCrunch・BetaNews・TechBriefly(2026-08-17/18)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TechCrunch・BetaNews・TechBriefly・AndroidHeadlines・TechRepublic(2026-08-17/18)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Redditとは(初心者向け)</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本題に入る前に、企業の前提を確認します。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Redditは、掲示板形式でテキスト投稿・コメントのやり取りが行われるSNSプラットフォームである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『subreddit』と呼ばれるテーマ別コミュニティに分かれて投稿が行われる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本編ではReddit社という特定企業の新機能テストの事実を中立的に紹介する(利用を推奨する内容ではない)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TechCrunch・BetaNews・TechBriefly・AndroidHeadlines・TechRepublic(2026-08-17/18)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用語解説:AIナレーション・Play/Readトグルとは(初心者向け)</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本題のキーワードを確認します。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『AIナレーション』とは、人間の声優ではなくAI音声合成技術によってテキストを読み上げる技術である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『Play』モードとは、投稿を動画・音声形式でAIナレーション付きで視聴できる新機能である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『Read/Playトグル』とは、従来のテキスト表示(Read)とAIナレーション動画表示(Play)を切り替えるボタンである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TechCrunch・BetaNews・TechBriefly・AndroidHeadlines・TechRepublic(2026-08-17/18)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Web版のロールアウト日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2026年8月17日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Web版で「Play」モードのテストが始まった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TechCrunch(2026-08-17)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iOS/Android版のロールアウト日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2026年8月18日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iOS/Android版でも「Play」モードのロールアウトが始まった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TechBriefly(2026-08-18)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ロールアウトの概要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機能名</a:t>
                      </a:r>
                    </a:p>
                  </a:txBody>
                  <a:tcPr>
                    <a:solidFill>
                      <a:srgbClr val="FFFFFF"/>
                    </a:solidFill>
                  </a:tcPr>
                </a:tc>
                <a:tc>
                  <a:txBody>
                    <a:bodyPr/>
                    <a:lstStyle/>
                    <a:p>
                      <a:pPr>
                        <a:defRPr sz="1200">
                          <a:solidFill>
                            <a:srgbClr val="1A1A2E"/>
                          </a:solidFill>
                          <a:latin typeface="Yu Gothic"/>
                        </a:defRPr>
                      </a:pPr>
                      <a:r>
                        <a:t>「Play」モード(Read/Playトグル)</a:t>
                      </a:r>
                    </a:p>
                  </a:txBody>
                  <a:tcPr>
                    <a:solidFill>
                      <a:srgbClr val="FFFFFF"/>
                    </a:solidFill>
                  </a:tcPr>
                </a:tc>
              </a:tr>
              <a:tr h="502920">
                <a:tc>
                  <a:txBody>
                    <a:bodyPr/>
                    <a:lstStyle/>
                    <a:p>
                      <a:pPr>
                        <a:defRPr sz="1200">
                          <a:solidFill>
                            <a:srgbClr val="1A1A2E"/>
                          </a:solidFill>
                          <a:latin typeface="Yu Gothic"/>
                        </a:defRPr>
                      </a:pPr>
                      <a:r>
                        <a:t>Web版ロールアウト</a:t>
                      </a:r>
                    </a:p>
                  </a:txBody>
                  <a:tcPr>
                    <a:solidFill>
                      <a:srgbClr val="F3F6FC"/>
                    </a:solidFill>
                  </a:tcPr>
                </a:tc>
                <a:tc>
                  <a:txBody>
                    <a:bodyPr/>
                    <a:lstStyle/>
                    <a:p>
                      <a:pPr>
                        <a:defRPr sz="1200">
                          <a:solidFill>
                            <a:srgbClr val="1A1A2E"/>
                          </a:solidFill>
                          <a:latin typeface="Yu Gothic"/>
                        </a:defRPr>
                      </a:pPr>
                      <a:r>
                        <a:t>2026年8月17日</a:t>
                      </a:r>
                    </a:p>
                  </a:txBody>
                  <a:tcPr>
                    <a:solidFill>
                      <a:srgbClr val="F3F6FC"/>
                    </a:solidFill>
                  </a:tcPr>
                </a:tc>
              </a:tr>
              <a:tr h="502920">
                <a:tc>
                  <a:txBody>
                    <a:bodyPr/>
                    <a:lstStyle/>
                    <a:p>
                      <a:pPr>
                        <a:defRPr sz="1200">
                          <a:solidFill>
                            <a:srgbClr val="1A1A2E"/>
                          </a:solidFill>
                          <a:latin typeface="Yu Gothic"/>
                        </a:defRPr>
                      </a:pPr>
                      <a:r>
                        <a:t>iOS/Android版ロールアウト</a:t>
                      </a:r>
                    </a:p>
                  </a:txBody>
                  <a:tcPr>
                    <a:solidFill>
                      <a:srgbClr val="FFFFFF"/>
                    </a:solidFill>
                  </a:tcPr>
                </a:tc>
                <a:tc>
                  <a:txBody>
                    <a:bodyPr/>
                    <a:lstStyle/>
                    <a:p>
                      <a:pPr>
                        <a:defRPr sz="1200">
                          <a:solidFill>
                            <a:srgbClr val="1A1A2E"/>
                          </a:solidFill>
                          <a:latin typeface="Yu Gothic"/>
                        </a:defRPr>
                      </a:pPr>
                      <a:r>
                        <a:t>2026年8月18日</a:t>
                      </a:r>
                    </a:p>
                  </a:txBody>
                  <a:tcPr>
                    <a:solidFill>
                      <a:srgbClr val="FFFFFF"/>
                    </a:solidFill>
                  </a:tcPr>
                </a:tc>
              </a:tr>
              <a:tr h="502920">
                <a:tc>
                  <a:txBody>
                    <a:bodyPr/>
                    <a:lstStyle/>
                    <a:p>
                      <a:pPr>
                        <a:defRPr sz="1200">
                          <a:solidFill>
                            <a:srgbClr val="1A1A2E"/>
                          </a:solidFill>
                          <a:latin typeface="Yu Gothic"/>
                        </a:defRPr>
                      </a:pPr>
                      <a:r>
                        <a:t>対応言語</a:t>
                      </a:r>
                    </a:p>
                  </a:txBody>
                  <a:tcPr>
                    <a:solidFill>
                      <a:srgbClr val="F3F6FC"/>
                    </a:solidFill>
                  </a:tcPr>
                </a:tc>
                <a:tc>
                  <a:txBody>
                    <a:bodyPr/>
                    <a:lstStyle/>
                    <a:p>
                      <a:pPr>
                        <a:defRPr sz="1200">
                          <a:solidFill>
                            <a:srgbClr val="1A1A2E"/>
                          </a:solidFill>
                          <a:latin typeface="Yu Gothic"/>
                        </a:defRPr>
                      </a:pPr>
                      <a:r>
                        <a:t>英語圏の一部投稿に限定</a:t>
                      </a:r>
                    </a:p>
                  </a:txBody>
                  <a:tcPr>
                    <a:solidFill>
                      <a:srgbClr val="F3F6FC"/>
                    </a:solidFill>
                  </a:tcPr>
                </a:tc>
              </a:tr>
              <a:tr h="502920">
                <a:tc>
                  <a:txBody>
                    <a:bodyPr/>
                    <a:lstStyle/>
                    <a:p>
                      <a:pPr>
                        <a:defRPr sz="1200">
                          <a:solidFill>
                            <a:srgbClr val="1A1A2E"/>
                          </a:solidFill>
                          <a:latin typeface="Yu Gothic"/>
                        </a:defRPr>
                      </a:pPr>
                      <a:r>
                        <a:t>対象コミュニティ数</a:t>
                      </a:r>
                    </a:p>
                  </a:txBody>
                  <a:tcPr>
                    <a:solidFill>
                      <a:srgbClr val="FFFFFF"/>
                    </a:solidFill>
                  </a:tcPr>
                </a:tc>
                <a:tc>
                  <a:txBody>
                    <a:bodyPr/>
                    <a:lstStyle/>
                    <a:p>
                      <a:pPr>
                        <a:defRPr sz="1200">
                          <a:solidFill>
                            <a:srgbClr val="1A1A2E"/>
                          </a:solidFill>
                          <a:latin typeface="Yu Gothic"/>
                        </a:defRPr>
                      </a:pPr>
                      <a:r>
                        <a:t>非公表</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TechCrunch・TechBriefly・AndroidHeadlines(2026-08-17/18)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TechCrunch・BetaNews・TechBriefly・AndroidHeadlines・TechRepublic(2026-08-17/18)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「Play」モードの仕組み</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実際にどう動作するかを確認します。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対象投稿の上部に「Read」「Play」の切り替えトグルが表示される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「Play」モードでは、AIの音声が投稿本文と一部の返信を読み上げる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対応するテキストがナレーションに同期してハイライト表示される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動画には「Real conversation voiced by AI」というラベルが付く</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BetaNews・Trending Topics・TechBriefly(2026-08-18)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TechCrunch・BetaNews・TechBriefly・AndroidHeadlines・TechRepublic(2026-08-17/18)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視聴の流れ</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投稿ページでPlayトグルを選択</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従来のRead表示から切り替える</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AIが本文・返信を読み上げ</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「Real conversation voiced by AI」とラベル表示</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テキストが同期してハイライト</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ナレーションに合わせて画面上の文字が動く</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投稿の視聴体験がテキストから動画へと拡張される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BetaNews・Trending Topics(2026-08-18)</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TechCrunch・BetaNews・TechBriefly・AndroidHeadlines・TechRepublic(2026-08-17/18)</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テストされている2つの形式</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822960"/>
          </a:xfrm>
          <a:prstGeom prst="rect">
            <a:avLst/>
          </a:prstGeom>
          <a:noFill/>
        </p:spPr>
        <p:txBody>
          <a:bodyPr wrap="square" anchor="t" lIns="0" rIns="0" tIns="0" bIns="0">
            <a:spAutoFit/>
          </a:bodyPr>
          <a:lstStyle/>
          <a:p>
            <a:pPr algn="l"/>
            <a:r>
              <a:rPr sz="3400" b="1">
                <a:solidFill>
                  <a:srgbClr val="D9A441"/>
                </a:solidFill>
                <a:latin typeface="Yu Gothic"/>
              </a:rPr>
              <a:t>動画</a:t>
            </a:r>
          </a:p>
        </p:txBody>
      </p:sp>
      <p:sp>
        <p:nvSpPr>
          <p:cNvPr id="9" name="TextBox 8"/>
          <p:cNvSpPr txBox="1"/>
          <p:nvPr/>
        </p:nvSpPr>
        <p:spPr>
          <a:xfrm>
            <a:off x="731520" y="2834640"/>
            <a:ext cx="4929987" cy="548640"/>
          </a:xfrm>
          <a:prstGeom prst="rect">
            <a:avLst/>
          </a:prstGeom>
          <a:noFill/>
        </p:spPr>
        <p:txBody>
          <a:bodyPr wrap="square" anchor="t" lIns="0" rIns="0" tIns="0" bIns="0">
            <a:spAutoFit/>
          </a:bodyPr>
          <a:lstStyle/>
          <a:p>
            <a:pPr algn="l"/>
            <a:r>
              <a:rPr sz="1600" b="1">
                <a:solidFill>
                  <a:srgbClr val="1E2761"/>
                </a:solidFill>
                <a:latin typeface="Yu Gothic"/>
              </a:rPr>
              <a:t>字幕付き動画形式</a:t>
            </a:r>
          </a:p>
        </p:txBody>
      </p:sp>
      <p:sp>
        <p:nvSpPr>
          <p:cNvPr id="10" name="TextBox 9"/>
          <p:cNvSpPr txBox="1"/>
          <p:nvPr/>
        </p:nvSpPr>
        <p:spPr>
          <a:xfrm>
            <a:off x="731520" y="352044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ナレーションに同期したテキストハイライト付きの動画として視聴する</a:t>
            </a:r>
          </a:p>
        </p:txBody>
      </p:sp>
      <p:sp>
        <p:nvSpPr>
          <p:cNvPr id="11" name="Rounded Rectangle 10"/>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5867"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0187" y="1828800"/>
            <a:ext cx="4929987" cy="822960"/>
          </a:xfrm>
          <a:prstGeom prst="rect">
            <a:avLst/>
          </a:prstGeom>
          <a:noFill/>
        </p:spPr>
        <p:txBody>
          <a:bodyPr wrap="square" anchor="t" lIns="0" rIns="0" tIns="0" bIns="0">
            <a:spAutoFit/>
          </a:bodyPr>
          <a:lstStyle/>
          <a:p>
            <a:pPr algn="l"/>
            <a:r>
              <a:rPr sz="3400" b="1">
                <a:solidFill>
                  <a:srgbClr val="D9A441"/>
                </a:solidFill>
                <a:latin typeface="Yu Gothic"/>
              </a:rPr>
              <a:t>音声</a:t>
            </a:r>
          </a:p>
        </p:txBody>
      </p:sp>
      <p:sp>
        <p:nvSpPr>
          <p:cNvPr id="14" name="TextBox 13"/>
          <p:cNvSpPr txBox="1"/>
          <p:nvPr/>
        </p:nvSpPr>
        <p:spPr>
          <a:xfrm>
            <a:off x="6530187" y="2834640"/>
            <a:ext cx="4929987" cy="548640"/>
          </a:xfrm>
          <a:prstGeom prst="rect">
            <a:avLst/>
          </a:prstGeom>
          <a:noFill/>
        </p:spPr>
        <p:txBody>
          <a:bodyPr wrap="square" anchor="t" lIns="0" rIns="0" tIns="0" bIns="0">
            <a:spAutoFit/>
          </a:bodyPr>
          <a:lstStyle/>
          <a:p>
            <a:pPr algn="l"/>
            <a:r>
              <a:rPr sz="1600" b="1">
                <a:solidFill>
                  <a:srgbClr val="1E2761"/>
                </a:solidFill>
                <a:latin typeface="Yu Gothic"/>
              </a:rPr>
              <a:t>音声のみ形式</a:t>
            </a:r>
          </a:p>
        </p:txBody>
      </p:sp>
      <p:sp>
        <p:nvSpPr>
          <p:cNvPr id="15" name="TextBox 14"/>
          <p:cNvSpPr txBox="1"/>
          <p:nvPr/>
        </p:nvSpPr>
        <p:spPr>
          <a:xfrm>
            <a:off x="6530187" y="352044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バックグラウンド再生で聴くことができる音声のみの形式もテストされている</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TechCrunch・BetaNews・TechBriefly・AndroidHeadlines・TechRepublic(2026-08-17/18)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テスト対象範囲(正直な開示)</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現時点での提供範囲を確認します。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テストは英語圏の一部投稿・特定のsubredditに限定されている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対象投稿数・コミュニティ数は、本調査の範囲では確認できていない(Reddit社は非公表)</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本格展開(全世界・全言語への拡大)の時期・条件も、本調査の範囲では確認できていない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TechCrunch・BetaNews・TechBriefly・AndroidHeadlines・TechRepublic(2026-08-17/18)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背景:TikTokの「Reddit朗読」トレンド</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なぜ今この機能をテストしているのかを確認します。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TikTok等で、外部クリエイターがReddit投稿をAI音声で読み上げる動画が既に人気を集めている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Reddit社としては、この体験を自社サービス内に取り込みたいという狙いがある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外部プラットフォームに流出していたエンゲージメントを自社に取り戻す狙いと位置づけられる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TechCrunch(2026-08-17)・TechRepublic</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TechCrunch・BetaNews・TechBriefly・AndroidHeadlines・TechRepublic(2026-08-17/18)</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既存トレンドの規模(参考数字)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#reddit 約1960万投稿</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TikTokの関連ハッシュタグ規模(2026年7月31日時点の別記事による数字。Playモード自体の実績ではない)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TechCrunch(2026-07-31)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構想の初言及</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2026年7月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CEOのSteve Huffman氏が第2四半期決算説明会でこの構想に初めて言及</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TechCrunch(2026-07-31/08-17)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構想からロールアウトまで(3ステップ)</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1. 決算説明会で言及</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2026年7月、CEOのHuffman氏が構想に言及</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2. Web版テスト開始</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2026年8月17日、Web版で『Play』モードのテストが始まる</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3. iOS/Android版へ展開</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2026年8月18日、アプリ版でもロールアウトが始まる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TechCrunch・BetaNews・TechBriefly・AndroidHeadlines・TechRepublic(2026-08-17/18)</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音声合成AI技術の提供元は不明(正直な開示)</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この点は正直にお伝えします。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「Play」モードを支える音声合成AI技術・モデルの提供元は、本調査の範囲では確認できていない</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Reddit社は、自社開発か外部技術のライセンスかを含め、技術提供元を公表していない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本成果物では、確認できた機能内容のみを紹介し、技術提供元を推測で補わない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TechCrunch・BetaNews・TechBriefly・AndroidHeadlines・TechRepublic(2026-08-17/18)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Read表示 / Play表示の体験の違い</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Read表示(従来)</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テキストで投稿本文・コメントを読む</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文字を追う速度は読者に委ねられる</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既存の投稿はこの形式で引き続き閲覧できる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Play表示(新機能)</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AIナレーション付きの動画・音声で視聴できる</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テキストがナレーションに同期してハイライト表示される</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「Real conversation voiced by AI」のラベルが付く</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TechCrunch・BetaNews・TechBriefly・AndroidHeadlines・TechRepublic(2026-08-17/18)</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エンゲージメント指標・本格展開時期は不明(正直な開示)</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この点も正直にお伝えします。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テスト開始後の再生数・視聴時間などのエンゲージメント指標は、機能が非常に新しく本調査の範囲では確認できていない</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全世界・全言語への本格展開の時期・条件も、本調査の範囲では確認できていない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本成果物では、確認できたロールアウトの事実のみを紹介し、将来の展開を推測で補わない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TechCrunch・BetaNews・TechBriefly・AndroidHeadlines・TechRepublic(2026-08-17/18)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見出しの印象 / 実際に確認できている内容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Redditの投稿は全てAI動画で見られるようになったはず</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音声技術は大手AI企業が提供しているはず</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既に多くのユーザーが利用しているはず</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実際に確認できている内容</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確認できているのは英語圏の一部投稿・特定subredditへの限定テストのみ</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音声技術の提供元は本調査の範囲では未確認</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再生数等のエンゲージメント指標は未確認</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TechCrunch・BetaNews・TechBriefly・AndroidHeadlines・TechRepublic(2026-08-17/18)</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収益化計画は不明(正直な開示)</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この点も正直にお伝えします。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「Play」モードに関連する広告表示・有料機能化などの収益化計画は、本調査の範囲では確認できていない</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Reddit社からの言及は、機能自体の説明にとどまっている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本成果物では、確認できた機能説明のみを紹介し、収益化の方向性を推測で補わない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TechCrunch・BetaNews・TechBriefly・AndroidHeadlines・TechRepublic(2026-08-17/18)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実際に使うときの3つのポイント</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元投稿はいつでも読める</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Read表示への切り替えでテキストとしても引き続き閲覧できる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対象は英語圏の一部</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現時点では英語圏の一部投稿・特定subredditに限定されている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AIラベルが明示される</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Play表示の動画には「Real conversation voiced by AI」のラベルが付く</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TechCrunch・BetaNews・TechBriefly・AndroidHeadlines・TechRepublic(2026-08-17/18)</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AI業界の動向を追う立場として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SNSプラットフォームが自社コンテンツをAIナレーション化する動きとして継続的に確認する視点が役立つ</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コンテンツ制作を検討する立場として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AIナレーション動画という表現形式が、既存のテキストコンテンツの新しい届け方として広がりつつある動きとして参考になる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Redditの利用者として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現時点では英語圏の一部投稿に限定されたテストであり、全面展開の時期は未確認である点に留意する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TechCrunch・BetaNews・TechBriefly・AndroidHeadlines・TechRepublic(2026-08-17/18)</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確認・検討する際のチェックポイント</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実際に情報を確認・活用する場合のポイントです。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現時点のテストは英語圏の一部投稿・特定subredditに限定されており、全ユーザー・全言語への提供ではない</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音声合成AI技術の提供元や再生数等の実績は、独立した検証・公式発表の有無を確認したうえで判断することが望ましい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本成果物は特定企業(Reddit)・機能への乗り換えや利用を推奨する内容ではない</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製品の詳細を確認する場合は、本成果物の紹介にとどまらず、自身で最新の公式情報を確認することが望ましい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TechCrunch・BetaNews・TechBriefly・AndroidHeadlines・TechRepublic(2026-08-17/18)</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提供状況まとめ(プラットフォーム別)</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プラットフォーム</a:t>
                      </a:r>
                    </a:p>
                  </a:txBody>
                  <a:tcPr>
                    <a:solidFill>
                      <a:srgbClr val="1E2761"/>
                    </a:solidFill>
                  </a:tcPr>
                </a:tc>
                <a:tc>
                  <a:txBody>
                    <a:bodyPr/>
                    <a:lstStyle/>
                    <a:p>
                      <a:pPr>
                        <a:defRPr sz="1300" b="1">
                          <a:solidFill>
                            <a:srgbClr val="FFFFFF"/>
                          </a:solidFill>
                          <a:latin typeface="Yu Gothic"/>
                        </a:defRPr>
                      </a:pPr>
                      <a:r>
                        <a:t>状況</a:t>
                      </a:r>
                    </a:p>
                  </a:txBody>
                  <a:tcPr>
                    <a:solidFill>
                      <a:srgbClr val="1E2761"/>
                    </a:solidFill>
                  </a:tcPr>
                </a:tc>
              </a:tr>
              <a:tr h="502920">
                <a:tc>
                  <a:txBody>
                    <a:bodyPr/>
                    <a:lstStyle/>
                    <a:p>
                      <a:pPr>
                        <a:defRPr sz="1200">
                          <a:solidFill>
                            <a:srgbClr val="1A1A2E"/>
                          </a:solidFill>
                          <a:latin typeface="Yu Gothic"/>
                        </a:defRPr>
                      </a:pPr>
                      <a:r>
                        <a:t>Web</a:t>
                      </a:r>
                    </a:p>
                  </a:txBody>
                  <a:tcPr>
                    <a:solidFill>
                      <a:srgbClr val="FFFFFF"/>
                    </a:solidFill>
                  </a:tcPr>
                </a:tc>
                <a:tc>
                  <a:txBody>
                    <a:bodyPr/>
                    <a:lstStyle/>
                    <a:p>
                      <a:pPr>
                        <a:defRPr sz="1200">
                          <a:solidFill>
                            <a:srgbClr val="1A1A2E"/>
                          </a:solidFill>
                          <a:latin typeface="Yu Gothic"/>
                        </a:defRPr>
                      </a:pPr>
                      <a:r>
                        <a:t>2026年8月17日からテスト開始</a:t>
                      </a:r>
                    </a:p>
                  </a:txBody>
                  <a:tcPr>
                    <a:solidFill>
                      <a:srgbClr val="FFFFFF"/>
                    </a:solidFill>
                  </a:tcPr>
                </a:tc>
              </a:tr>
              <a:tr h="502920">
                <a:tc>
                  <a:txBody>
                    <a:bodyPr/>
                    <a:lstStyle/>
                    <a:p>
                      <a:pPr>
                        <a:defRPr sz="1200">
                          <a:solidFill>
                            <a:srgbClr val="1A1A2E"/>
                          </a:solidFill>
                          <a:latin typeface="Yu Gothic"/>
                        </a:defRPr>
                      </a:pPr>
                      <a:r>
                        <a:t>iOS</a:t>
                      </a:r>
                    </a:p>
                  </a:txBody>
                  <a:tcPr>
                    <a:solidFill>
                      <a:srgbClr val="F3F6FC"/>
                    </a:solidFill>
                  </a:tcPr>
                </a:tc>
                <a:tc>
                  <a:txBody>
                    <a:bodyPr/>
                    <a:lstStyle/>
                    <a:p>
                      <a:pPr>
                        <a:defRPr sz="1200">
                          <a:solidFill>
                            <a:srgbClr val="1A1A2E"/>
                          </a:solidFill>
                          <a:latin typeface="Yu Gothic"/>
                        </a:defRPr>
                      </a:pPr>
                      <a:r>
                        <a:t>2026年8月18日からロールアウト開始</a:t>
                      </a:r>
                    </a:p>
                  </a:txBody>
                  <a:tcPr>
                    <a:solidFill>
                      <a:srgbClr val="F3F6FC"/>
                    </a:solidFill>
                  </a:tcPr>
                </a:tc>
              </a:tr>
              <a:tr h="502920">
                <a:tc>
                  <a:txBody>
                    <a:bodyPr/>
                    <a:lstStyle/>
                    <a:p>
                      <a:pPr>
                        <a:defRPr sz="1200">
                          <a:solidFill>
                            <a:srgbClr val="1A1A2E"/>
                          </a:solidFill>
                          <a:latin typeface="Yu Gothic"/>
                        </a:defRPr>
                      </a:pPr>
                      <a:r>
                        <a:t>Android</a:t>
                      </a:r>
                    </a:p>
                  </a:txBody>
                  <a:tcPr>
                    <a:solidFill>
                      <a:srgbClr val="FFFFFF"/>
                    </a:solidFill>
                  </a:tcPr>
                </a:tc>
                <a:tc>
                  <a:txBody>
                    <a:bodyPr/>
                    <a:lstStyle/>
                    <a:p>
                      <a:pPr>
                        <a:defRPr sz="1200">
                          <a:solidFill>
                            <a:srgbClr val="1A1A2E"/>
                          </a:solidFill>
                          <a:latin typeface="Yu Gothic"/>
                        </a:defRPr>
                      </a:pPr>
                      <a:r>
                        <a:t>2026年8月18日からロールアウト開始</a:t>
                      </a:r>
                    </a:p>
                  </a:txBody>
                  <a:tcPr>
                    <a:solidFill>
                      <a:srgbClr val="FFFFFF"/>
                    </a:solidFill>
                  </a:tcPr>
                </a:tc>
              </a:tr>
              <a:tr h="502920">
                <a:tc>
                  <a:txBody>
                    <a:bodyPr/>
                    <a:lstStyle/>
                    <a:p>
                      <a:pPr>
                        <a:defRPr sz="1200">
                          <a:solidFill>
                            <a:srgbClr val="1A1A2E"/>
                          </a:solidFill>
                          <a:latin typeface="Yu Gothic"/>
                        </a:defRPr>
                      </a:pPr>
                      <a:r>
                        <a:t>対応言語</a:t>
                      </a:r>
                    </a:p>
                  </a:txBody>
                  <a:tcPr>
                    <a:solidFill>
                      <a:srgbClr val="F3F6FC"/>
                    </a:solidFill>
                  </a:tcPr>
                </a:tc>
                <a:tc>
                  <a:txBody>
                    <a:bodyPr/>
                    <a:lstStyle/>
                    <a:p>
                      <a:pPr>
                        <a:defRPr sz="1200">
                          <a:solidFill>
                            <a:srgbClr val="1A1A2E"/>
                          </a:solidFill>
                          <a:latin typeface="Yu Gothic"/>
                        </a:defRPr>
                      </a:pPr>
                      <a:r>
                        <a:t>英語圏の一部投稿に限定(非英語圏は不明)</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TechCrunch・TechBriefly・AndroidHeadlines(2026-08-17/18)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TechCrunch・BetaNews・TechBriefly・AndroidHeadlines・TechRepublic(2026-08-17/18)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確認できたこと / 確認できていないこと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状況</a:t>
                      </a:r>
                    </a:p>
                  </a:txBody>
                  <a:tcPr>
                    <a:solidFill>
                      <a:srgbClr val="1E2761"/>
                    </a:solidFill>
                  </a:tcPr>
                </a:tc>
              </a:tr>
              <a:tr h="502920">
                <a:tc>
                  <a:txBody>
                    <a:bodyPr/>
                    <a:lstStyle/>
                    <a:p>
                      <a:pPr>
                        <a:defRPr sz="1200">
                          <a:solidFill>
                            <a:srgbClr val="1A1A2E"/>
                          </a:solidFill>
                          <a:latin typeface="Yu Gothic"/>
                        </a:defRPr>
                      </a:pPr>
                      <a:r>
                        <a:t>ロールアウト日(Web/iOS/Android)</a:t>
                      </a:r>
                    </a:p>
                  </a:txBody>
                  <a:tcPr>
                    <a:solidFill>
                      <a:srgbClr val="FFFFFF"/>
                    </a:solidFill>
                  </a:tcPr>
                </a:tc>
                <a:tc>
                  <a:txBody>
                    <a:bodyPr/>
                    <a:lstStyle/>
                    <a:p>
                      <a:pPr>
                        <a:defRPr sz="1200">
                          <a:solidFill>
                            <a:srgbClr val="1A1A2E"/>
                          </a:solidFill>
                          <a:latin typeface="Yu Gothic"/>
                        </a:defRPr>
                      </a:pPr>
                      <a:r>
                        <a:t>2026年8月17日・18日として複数媒体で確認済み</a:t>
                      </a:r>
                    </a:p>
                  </a:txBody>
                  <a:tcPr>
                    <a:solidFill>
                      <a:srgbClr val="FFFFFF"/>
                    </a:solidFill>
                  </a:tcPr>
                </a:tc>
              </a:tr>
              <a:tr h="502920">
                <a:tc>
                  <a:txBody>
                    <a:bodyPr/>
                    <a:lstStyle/>
                    <a:p>
                      <a:pPr>
                        <a:defRPr sz="1200">
                          <a:solidFill>
                            <a:srgbClr val="1A1A2E"/>
                          </a:solidFill>
                          <a:latin typeface="Yu Gothic"/>
                        </a:defRPr>
                      </a:pPr>
                      <a:r>
                        <a:t>機能の仕組み(Read/Playトグル・同期ハイライト)</a:t>
                      </a:r>
                    </a:p>
                  </a:txBody>
                  <a:tcPr>
                    <a:solidFill>
                      <a:srgbClr val="F3F6FC"/>
                    </a:solidFill>
                  </a:tcPr>
                </a:tc>
                <a:tc>
                  <a:txBody>
                    <a:bodyPr/>
                    <a:lstStyle/>
                    <a:p>
                      <a:pPr>
                        <a:defRPr sz="1200">
                          <a:solidFill>
                            <a:srgbClr val="1A1A2E"/>
                          </a:solidFill>
                          <a:latin typeface="Yu Gothic"/>
                        </a:defRPr>
                      </a:pPr>
                      <a:r>
                        <a:t>複数媒体で確認済み</a:t>
                      </a:r>
                    </a:p>
                  </a:txBody>
                  <a:tcPr>
                    <a:solidFill>
                      <a:srgbClr val="F3F6FC"/>
                    </a:solidFill>
                  </a:tcPr>
                </a:tc>
              </a:tr>
              <a:tr h="502920">
                <a:tc>
                  <a:txBody>
                    <a:bodyPr/>
                    <a:lstStyle/>
                    <a:p>
                      <a:pPr>
                        <a:defRPr sz="1200">
                          <a:solidFill>
                            <a:srgbClr val="1A1A2E"/>
                          </a:solidFill>
                          <a:latin typeface="Yu Gothic"/>
                        </a:defRPr>
                      </a:pPr>
                      <a:r>
                        <a:t>音声合成AI技術の提供元</a:t>
                      </a:r>
                    </a:p>
                  </a:txBody>
                  <a:tcPr>
                    <a:solidFill>
                      <a:srgbClr val="FFFFFF"/>
                    </a:solidFill>
                  </a:tcPr>
                </a:tc>
                <a:tc>
                  <a:txBody>
                    <a:bodyPr/>
                    <a:lstStyle/>
                    <a:p>
                      <a:pPr>
                        <a:defRPr sz="1200">
                          <a:solidFill>
                            <a:srgbClr val="1A1A2E"/>
                          </a:solidFill>
                          <a:latin typeface="Yu Gothic"/>
                        </a:defRPr>
                      </a:pPr>
                      <a:r>
                        <a:t>本調査の範囲では確認できていない</a:t>
                      </a:r>
                    </a:p>
                  </a:txBody>
                  <a:tcPr>
                    <a:solidFill>
                      <a:srgbClr val="FFFFFF"/>
                    </a:solidFill>
                  </a:tcPr>
                </a:tc>
              </a:tr>
              <a:tr h="502920">
                <a:tc>
                  <a:txBody>
                    <a:bodyPr/>
                    <a:lstStyle/>
                    <a:p>
                      <a:pPr>
                        <a:defRPr sz="1200">
                          <a:solidFill>
                            <a:srgbClr val="1A1A2E"/>
                          </a:solidFill>
                          <a:latin typeface="Yu Gothic"/>
                        </a:defRPr>
                      </a:pPr>
                      <a:r>
                        <a:t>対象投稿数・コミュニティ数</a:t>
                      </a:r>
                    </a:p>
                  </a:txBody>
                  <a:tcPr>
                    <a:solidFill>
                      <a:srgbClr val="F3F6FC"/>
                    </a:solidFill>
                  </a:tcPr>
                </a:tc>
                <a:tc>
                  <a:txBody>
                    <a:bodyPr/>
                    <a:lstStyle/>
                    <a:p>
                      <a:pPr>
                        <a:defRPr sz="1200">
                          <a:solidFill>
                            <a:srgbClr val="1A1A2E"/>
                          </a:solidFill>
                          <a:latin typeface="Yu Gothic"/>
                        </a:defRPr>
                      </a:pPr>
                      <a:r>
                        <a:t>本調査の範囲では確認できていない</a:t>
                      </a:r>
                    </a:p>
                  </a:txBody>
                  <a:tcPr>
                    <a:solidFill>
                      <a:srgbClr val="F3F6FC"/>
                    </a:solidFill>
                  </a:tcPr>
                </a:tc>
              </a:tr>
              <a:tr h="502920">
                <a:tc>
                  <a:txBody>
                    <a:bodyPr/>
                    <a:lstStyle/>
                    <a:p>
                      <a:pPr>
                        <a:defRPr sz="1200">
                          <a:solidFill>
                            <a:srgbClr val="1A1A2E"/>
                          </a:solidFill>
                          <a:latin typeface="Yu Gothic"/>
                        </a:defRPr>
                      </a:pPr>
                      <a:r>
                        <a:t>エンゲージメント指標・本格展開時期・収益化計画</a:t>
                      </a:r>
                    </a:p>
                  </a:txBody>
                  <a:tcPr>
                    <a:solidFill>
                      <a:srgbClr val="FFFFFF"/>
                    </a:solidFill>
                  </a:tcPr>
                </a:tc>
                <a:tc>
                  <a:txBody>
                    <a:bodyPr/>
                    <a:lstStyle/>
                    <a:p>
                      <a:pPr>
                        <a:defRPr sz="1200">
                          <a:solidFill>
                            <a:srgbClr val="1A1A2E"/>
                          </a:solidFill>
                          <a:latin typeface="Yu Gothic"/>
                        </a:defRPr>
                      </a:pPr>
                      <a:r>
                        <a:t>本調査の範囲では確認できていない</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TechCrunch・BetaNews・TechBriefly・AndroidHeadlines・TechRepublic(2026-08-17/18)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本テーマの鮮度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発表翌日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iOS/Android版ロールアウト(2026年8月18日)は着手日(2026年8月19日)の前日。着手日を含めて2日以内という基準を満たす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docs/06_Content_R&amp;D.md基準</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主な出典一覧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TechCrunch</a:t>
                      </a:r>
                    </a:p>
                  </a:txBody>
                  <a:tcPr>
                    <a:solidFill>
                      <a:srgbClr val="FFFFFF"/>
                    </a:solidFill>
                  </a:tcPr>
                </a:tc>
                <a:tc>
                  <a:txBody>
                    <a:bodyPr/>
                    <a:lstStyle/>
                    <a:p>
                      <a:pPr>
                        <a:defRPr sz="1200">
                          <a:solidFill>
                            <a:srgbClr val="1A1A2E"/>
                          </a:solidFill>
                          <a:latin typeface="Yu Gothic"/>
                        </a:defRPr>
                      </a:pPr>
                      <a:r>
                        <a:t>Web版テスト開始・背景の一次報道(2026-08-17、2026-07-31)</a:t>
                      </a:r>
                    </a:p>
                  </a:txBody>
                  <a:tcPr>
                    <a:solidFill>
                      <a:srgbClr val="FFFFFF"/>
                    </a:solidFill>
                  </a:tcPr>
                </a:tc>
              </a:tr>
              <a:tr h="502920">
                <a:tc>
                  <a:txBody>
                    <a:bodyPr/>
                    <a:lstStyle/>
                    <a:p>
                      <a:pPr>
                        <a:defRPr sz="1200">
                          <a:solidFill>
                            <a:srgbClr val="1A1A2E"/>
                          </a:solidFill>
                          <a:latin typeface="Yu Gothic"/>
                        </a:defRPr>
                      </a:pPr>
                      <a:r>
                        <a:t>BetaNews</a:t>
                      </a:r>
                    </a:p>
                  </a:txBody>
                  <a:tcPr>
                    <a:solidFill>
                      <a:srgbClr val="F3F6FC"/>
                    </a:solidFill>
                  </a:tcPr>
                </a:tc>
                <a:tc>
                  <a:txBody>
                    <a:bodyPr/>
                    <a:lstStyle/>
                    <a:p>
                      <a:pPr>
                        <a:defRPr sz="1200">
                          <a:solidFill>
                            <a:srgbClr val="1A1A2E"/>
                          </a:solidFill>
                          <a:latin typeface="Yu Gothic"/>
                        </a:defRPr>
                      </a:pPr>
                      <a:r>
                        <a:t>「Play」モードの仕組みの報道(2026-08-18)</a:t>
                      </a:r>
                    </a:p>
                  </a:txBody>
                  <a:tcPr>
                    <a:solidFill>
                      <a:srgbClr val="F3F6FC"/>
                    </a:solidFill>
                  </a:tcPr>
                </a:tc>
              </a:tr>
              <a:tr h="502920">
                <a:tc>
                  <a:txBody>
                    <a:bodyPr/>
                    <a:lstStyle/>
                    <a:p>
                      <a:pPr>
                        <a:defRPr sz="1200">
                          <a:solidFill>
                            <a:srgbClr val="1A1A2E"/>
                          </a:solidFill>
                          <a:latin typeface="Yu Gothic"/>
                        </a:defRPr>
                      </a:pPr>
                      <a:r>
                        <a:t>TechBriefly</a:t>
                      </a:r>
                    </a:p>
                  </a:txBody>
                  <a:tcPr>
                    <a:solidFill>
                      <a:srgbClr val="FFFFFF"/>
                    </a:solidFill>
                  </a:tcPr>
                </a:tc>
                <a:tc>
                  <a:txBody>
                    <a:bodyPr/>
                    <a:lstStyle/>
                    <a:p>
                      <a:pPr>
                        <a:defRPr sz="1200">
                          <a:solidFill>
                            <a:srgbClr val="1A1A2E"/>
                          </a:solidFill>
                          <a:latin typeface="Yu Gothic"/>
                        </a:defRPr>
                      </a:pPr>
                      <a:r>
                        <a:t>iOS/Android版ロールアウトの報道(2026-08-18)</a:t>
                      </a:r>
                    </a:p>
                  </a:txBody>
                  <a:tcPr>
                    <a:solidFill>
                      <a:srgbClr val="FFFFFF"/>
                    </a:solidFill>
                  </a:tcPr>
                </a:tc>
              </a:tr>
              <a:tr h="502920">
                <a:tc>
                  <a:txBody>
                    <a:bodyPr/>
                    <a:lstStyle/>
                    <a:p>
                      <a:pPr>
                        <a:defRPr sz="1200">
                          <a:solidFill>
                            <a:srgbClr val="1A1A2E"/>
                          </a:solidFill>
                          <a:latin typeface="Yu Gothic"/>
                        </a:defRPr>
                      </a:pPr>
                      <a:r>
                        <a:t>AndroidHeadlines・TechRepublic・NewsBytesApp・Trending Topics</a:t>
                      </a:r>
                    </a:p>
                  </a:txBody>
                  <a:tcPr>
                    <a:solidFill>
                      <a:srgbClr val="F3F6FC"/>
                    </a:solidFill>
                  </a:tcPr>
                </a:tc>
                <a:tc>
                  <a:txBody>
                    <a:bodyPr/>
                    <a:lstStyle/>
                    <a:p>
                      <a:pPr>
                        <a:defRPr sz="1200">
                          <a:solidFill>
                            <a:srgbClr val="1A1A2E"/>
                          </a:solidFill>
                          <a:latin typeface="Yu Gothic"/>
                        </a:defRPr>
                      </a:pPr>
                      <a:r>
                        <a:t>機能内容・背景の報道(2026-08-18)</a:t>
                      </a:r>
                    </a:p>
                  </a:txBody>
                  <a:tcPr>
                    <a:solidFill>
                      <a:srgbClr val="F3F6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TechCrunch・BetaNews・TechBriefly・AndroidHeadlines・TechRepublic(2026-08-17/18)</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テキスト投稿が、AIナレーション動画に。事実だけを、出典付きで。</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Redditが「Play」モードのテストを開始し、テキスト投稿をAIナレーション付き動画・音声で視聴できるようになりました。仕組みと背景、確認できなかったことまで出典付きで整理してお届けしました。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