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コマーステック企業Queen Oneが、大型の資金調達を発表しました。何が起きているのか、出典付きで正確に整理してお届けします。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結論から確認します。今回の25百万ドルの調達により、Queen Oneの累計調達額は37.5百万ドルを超えました。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本日の流れです。企業概要から製品の仕組み、創業者、そして確認できなかったことまで整理します。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発表自体は8月19日だが、8月24日以降のテック業界まとめでも継続的に参照されている話題です。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今回の調達額は25百万ドルで、Mercury Fund等の複数の投資家が参加しています。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Oneは、ブルックリン拠点でAI統治型のコマースCRMを提供する企業です。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調達概要です。今回のラウンドで累計調達額は37.5百万ドルを超えました。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Oneのコマースdust CRMは、複数の機能を単一プラットフォームに統合しています。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Oneは、コマーステクノロジーのコストを50〜75%削減することを目標に掲げています。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Oneは、ウィリアムズバーグに大規模な本社を構え、300社超のパートナーと連携しています。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Oneは、複数のマーケティング機能を単一のAI統治型プラットフォームに統合しています。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調達資金は、営業組織拡大・AIインフラ投資・新規広告事業立ち上げに充てられます。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創業者の両氏は、Wunderkindでの実績を持つマーテック業界の経験者です。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創業者は、過去にクライアント向けに350億ドル超の帰属売上を生み出したとされています。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創業から本社開設、そして今回の調達という流れで成長してきました。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既に300社超のパートナーと連携し、140名超の従業員を抱える規模になっています。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新本社の面積は約30,000平方フィート(約2,787平方メートル)です。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従来の個別ツールの組み合わせと比較して、Queen Oneは統合プラットフォームを掲げています。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ブランド企業が収益向上とコスト削減を求める中、AI統合プラットフォームへの関心が高まっています。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複数の独立したメディアが同一の調達額・事業内容を報じており、報道内容としての一貫性を確認しています。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今回の調達により、累計調達額が大きく拡大しました。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Queen Oneは既に300社を超えるローンチパートナーと連携しています。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今回のニュースの注目ポイントを3つにまとめました。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本テーマは、AI×マーケティングテックの資金調達動向の一事例として整理しています。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今回のニュースに至るまでのタイムラインです。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現在の従業員数は140名超で、今後の調達資金でさらなる拡大が見込まれます。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25百万ドルの調達により、Queen Oneの累計調達額は37.5百万ドルを超えました。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本日はQueen Oneの資金調達についてお届けしました。確認できなかったことは正直に開示しています。次回もお楽しみに。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老舗マーテックに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挑む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Queen Oneが大型調達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AI商取引CRMを拡大、累計37.5百万ドル超——出典付きで整理する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累計37.5百万ドル超 これまでの調達総額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今回のラウンドは25百万ドル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Queen Oneとは何か、基本情報を確認する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コマースCRMの仕組みを確認する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創業者・これまでの規模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3E3C9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AlleyWatch等の複数メディアが詳細に報じ、継続的に注目される話題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老舗マーテック企業への挑戦という着眼点の新しさ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AIで商取引を統合するという事業内容の話題性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今回の調達額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25百万ドル 今回の新規調達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複数の投資家が参加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Queen Oneとは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米ニューヨーク・ブルックリン拠点のコマーステック企業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AI統治型の「コマースCRM」を提供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老舗マーテック企業への代替を掲げる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今回の調達額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25百万ドル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37.5百万ドル超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コマースCRMとは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アイデンティティ認識・商品インテリジェンスを統合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クリエイティブインテリジェンス・CRM・広告を単一プラットフォームに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消費者体験までを一気通貫で管理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コスト削減目標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50〜75%削減 コマーステクノロジーコストの目標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会社側が掲げる目標値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拠点・規模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ニューヨーク・ウィリアムズバーグに本社を開設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本社面積は約30,000平方フィート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300社超のローンチパートナー、140名超の従業員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統合プラットフォームの仕組み(概念図)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A1F2B"/>
                </a:solidFill>
                <a:latin typeface="Yu Gothic"/>
              </a:rPr>
              <a:t>アイデンティティ認識・商品情報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A1F2B"/>
                </a:solidFill>
                <a:latin typeface="Yu Gothic"/>
              </a:rPr>
              <a:t>CRM・広告・消費者体験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A1F2B"/>
                </a:solidFill>
                <a:latin typeface="Yu Gothic"/>
              </a:rPr>
              <a:t>単一プラットフォーム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A6F5C"/>
                </a:solidFill>
                <a:latin typeface="Yu Gothic"/>
              </a:rPr>
              <a:t>複数の機能を一つのプラットフォームに統合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資金の使い道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使途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営業組織の拡大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商業展開の加速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AIインフラ投資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AI活用の技術基盤強化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新規広告事業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新たな事業ラインの立ち上げ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創業者について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ライアン・アーバン氏、マリコール・レゼンテ氏が創業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両氏はWunderkindの元幹部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過去にクライアント向けに350億ドル超の帰属売上を生み出したとされる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創業者の実績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350億ドル超 過去に生み出した帰属売上(会社発表)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算出方法の詳細は確認できていない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成長の流れ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創業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6F5C"/>
                </a:solidFill>
                <a:latin typeface="Yu Gothic"/>
              </a:rPr>
              <a:t>Wunderkind元幹部が設立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本社開設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6F5C"/>
                </a:solidFill>
                <a:latin typeface="Yu Gothic"/>
              </a:rPr>
              <a:t>ウィリアムズバーグに拠点構築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今回の調達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6F5C"/>
                </a:solidFill>
                <a:latin typeface="Yu Gothic"/>
              </a:rPr>
              <a:t>25百万ドルで累計37.5百万ドル超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ローンチパートナー・従業員規模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300社超のローンチパートナーと連携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140名超の従業員を抱える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今回の調達で更なる拡大を目指す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AlleyWatch(2026年8月)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調達額・投資家・本社規模・従業員数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創業者の経歴・事業内容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ラウンド名称・具体的な企業評価額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今回のラウンドの名称(シリーズ区分)や具体的な企業評価額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コスト削減率(50〜75%)の算出根拠・実際の導入事例での実績データ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創業者の「350億ドル超の帰属売上」という実績の詳細な算出方法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本社面積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約30,000平方フィート ウィリアムズバーグの新本社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約2,787平方メートルに相当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従来のマーテック vs Queen Oneのプラットフォーム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従来のマーテック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複数の個別ツールを組み合わせ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高コストな運用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Queen Oneのプラットフォーム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単一プラットフォームに統合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コスト削減を目標に掲げる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コマーステック業界の背景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ブランドは収益向上とコスト削減の両立を求めている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AIを活用したマーケティング統合プラットフォームへの投資が拡大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老舗マーテック企業への代替ソリューションが注目されている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出典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AlleyWatch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TipRanks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Pulse2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VentureBurn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調達前 vs 調達後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調達前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累計調達額12.5百万ドル程度(推計)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調達後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累計調達額37.5百万ドル超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営業・AI・広告事業への投資拡大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ローンチパートナー数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300社超 Queen Oneと連携する企業数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従業員数140名超と合わせた規模感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今回のニュースの3つの注目ポイント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6F5C"/>
                </a:solidFill>
                <a:latin typeface="Yu Gothic"/>
              </a:rPr>
              <a:t>老舗マーテック企業への代替を掲げる着眼点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6F5C"/>
                </a:solidFill>
                <a:latin typeface="Yu Gothic"/>
              </a:rPr>
              <a:t>AI統治型の統合プラットフォーム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1F2B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6F5C"/>
                </a:solidFill>
                <a:latin typeface="Yu Gothic"/>
              </a:rPr>
              <a:t>既に300社超のパートナーとの連携実績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AI×マーケティングテックの資金調達動向を追う人に参考になる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コマーステック業界の統合プラットフォーム化という潮流の一事例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A1712"/>
                </a:solidFill>
                <a:latin typeface="Yu Gothic"/>
              </a:rPr>
              <a:t>特定サービスの利用を推奨するものではない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7A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25百万ドルの新規調達を発表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2026年8月24日以降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1712"/>
                          </a:solidFill>
                          <a:latin typeface="Yu Gothic"/>
                        </a:defRPr>
                      </a:pPr>
                      <a:r>
                        <a:t>テック業界まとめ記事で継続的に参照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A1F2B"/>
                </a:solidFill>
                <a:latin typeface="Yu Gothic"/>
              </a:rPr>
              <a:t>従業員数の変化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調達前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従業員数の詳細な推移は未確認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現在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A1712"/>
                </a:solidFill>
                <a:latin typeface="Yu Gothic"/>
              </a:rPr>
              <a:t>140名超の従業員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6F5C"/>
                </a:solidFill>
                <a:latin typeface="Yu Gothic"/>
              </a:rPr>
              <a:t>AI Company OS｜出典: AlleyWatch等(2026年8月)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6F5C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3E3C9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4A017"/>
                </a:solidFill>
                <a:latin typeface="Yu Gothic"/>
              </a:rPr>
              <a:t>25百万ドル→累計37.5百万ドル超 Queen Oneの資金調達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2026年8月19日発表(継続的に注目される話題)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B98C"/>
                </a:solidFill>
                <a:latin typeface="Yu Gothic"/>
              </a:rPr>
              <a:t>出典: AlleyWatch(2026年8月)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3E3C9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1F2B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